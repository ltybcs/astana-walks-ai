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f2ed9424a6b4f29" /><Relationship Type="http://schemas.openxmlformats.org/officeDocument/2006/relationships/extended-properties" Target="/docProps/app.xml" Id="Ra7e0132b9c424915" /><Relationship Type="http://schemas.openxmlformats.org/officeDocument/2006/relationships/officeDocument" Target="/ppt/presentation.xml" Id="R5e2747d3a0a74e24" /></Relationships>
</file>

<file path=ppt/presentation.xml><?xml version="1.0" encoding="utf-8"?>
<p:presentation xmlns:p="http://schemas.openxmlformats.org/presentationml/2006/main">
  <p:sldMasterIdLst>
    <p:sldMasterId xmlns:r="http://schemas.openxmlformats.org/officeDocument/2006/relationships" id="2147483648" r:id="Rd892fe2b7fc64155"/>
  </p:sldMasterIdLst>
  <p:notesMasterIdLst>
    <p:notesMasterId xmlns:r="http://schemas.openxmlformats.org/officeDocument/2006/relationships" r:id="R881b3598b9cd4164"/>
  </p:notesMasterIdLst>
  <p:sldIdLst>
    <p:sldId xmlns:r="http://schemas.openxmlformats.org/officeDocument/2006/relationships" id="256" r:id="Ra14bc201a1214cd2"/>
    <p:sldId xmlns:r="http://schemas.openxmlformats.org/officeDocument/2006/relationships" id="257" r:id="R13349ef990474078"/>
    <p:sldId xmlns:r="http://schemas.openxmlformats.org/officeDocument/2006/relationships" id="258" r:id="R8617254ba9804079"/>
    <p:sldId xmlns:r="http://schemas.openxmlformats.org/officeDocument/2006/relationships" id="259" r:id="R013c74ab47fd40b1"/>
    <p:sldId xmlns:r="http://schemas.openxmlformats.org/officeDocument/2006/relationships" id="260" r:id="Ra00eb828d64d4da1"/>
    <p:sldId xmlns:r="http://schemas.openxmlformats.org/officeDocument/2006/relationships" id="261" r:id="R6bf531a7c38b472c"/>
    <p:sldId xmlns:r="http://schemas.openxmlformats.org/officeDocument/2006/relationships" id="262" r:id="Rcd06155f58054055"/>
    <p:sldId xmlns:r="http://schemas.openxmlformats.org/officeDocument/2006/relationships" id="263" r:id="Ree788f3594c14e01"/>
    <p:sldId xmlns:r="http://schemas.openxmlformats.org/officeDocument/2006/relationships" id="264" r:id="Re2119b949e0645f3"/>
    <p:sldId xmlns:r="http://schemas.openxmlformats.org/officeDocument/2006/relationships" id="265" r:id="R6cf68027dac940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ac0c8f7f594470" /><Relationship Type="http://schemas.openxmlformats.org/officeDocument/2006/relationships/slideMaster" Target="/ppt/slideMasters/slideMaster1.xml" Id="Rd892fe2b7fc64155" /><Relationship Type="http://schemas.openxmlformats.org/officeDocument/2006/relationships/notesMaster" Target="/ppt/notesMasters/notesMaster1.xml" Id="R881b3598b9cd4164" /><Relationship Type="http://schemas.openxmlformats.org/officeDocument/2006/relationships/presProps" Target="/ppt/presProps.xml" Id="R9b78a1c21d7f41e3" /><Relationship Type="http://schemas.openxmlformats.org/officeDocument/2006/relationships/tableStyles" Target="/ppt/tableStyles.xml" Id="R9dd029adf758472b" /><Relationship Type="http://schemas.openxmlformats.org/officeDocument/2006/relationships/slide" Target="/ppt/slides/slide1.xml" Id="Ra14bc201a1214cd2" /><Relationship Type="http://schemas.openxmlformats.org/officeDocument/2006/relationships/slide" Target="/ppt/slides/slide2.xml" Id="R13349ef990474078" /><Relationship Type="http://schemas.openxmlformats.org/officeDocument/2006/relationships/slide" Target="/ppt/slides/slide3.xml" Id="R8617254ba9804079" /><Relationship Type="http://schemas.openxmlformats.org/officeDocument/2006/relationships/slide" Target="/ppt/slides/slide4.xml" Id="R013c74ab47fd40b1" /><Relationship Type="http://schemas.openxmlformats.org/officeDocument/2006/relationships/slide" Target="/ppt/slides/slide5.xml" Id="Ra00eb828d64d4da1" /><Relationship Type="http://schemas.openxmlformats.org/officeDocument/2006/relationships/slide" Target="/ppt/slides/slide6.xml" Id="R6bf531a7c38b472c" /><Relationship Type="http://schemas.openxmlformats.org/officeDocument/2006/relationships/slide" Target="/ppt/slides/slide7.xml" Id="Rcd06155f58054055" /><Relationship Type="http://schemas.openxmlformats.org/officeDocument/2006/relationships/slide" Target="/ppt/slides/slide8.xml" Id="Ree788f3594c14e01" /><Relationship Type="http://schemas.openxmlformats.org/officeDocument/2006/relationships/slide" Target="/ppt/slides/slide9.xml" Id="Re2119b949e0645f3" /><Relationship Type="http://schemas.openxmlformats.org/officeDocument/2006/relationships/slide" Target="/ppt/slides/slide10.xml" Id="R6cf68027dac940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00bcacc1314b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c75f2a1c0240e5" /><Relationship Type="http://schemas.openxmlformats.org/officeDocument/2006/relationships/notesMaster" Target="/ppt/notesMasters/notesMaster1.xml" Id="Rf693fe59642b4f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d58bf631bad4bdd" /><Relationship Type="http://schemas.openxmlformats.org/officeDocument/2006/relationships/notesMaster" Target="/ppt/notesMasters/notesMaster1.xml" Id="Rd0695467ec2b4bd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504cdd99d345b6" /><Relationship Type="http://schemas.openxmlformats.org/officeDocument/2006/relationships/notesMaster" Target="/ppt/notesMasters/notesMaster1.xml" Id="R765198dc419e45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4a4ddceb5b4ca2" /><Relationship Type="http://schemas.openxmlformats.org/officeDocument/2006/relationships/notesMaster" Target="/ppt/notesMasters/notesMaster1.xml" Id="R8143e4f8159f42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d2034ea0404890" /><Relationship Type="http://schemas.openxmlformats.org/officeDocument/2006/relationships/notesMaster" Target="/ppt/notesMasters/notesMaster1.xml" Id="Rf9f0204d2dde444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38eccd11d0e4e87" /><Relationship Type="http://schemas.openxmlformats.org/officeDocument/2006/relationships/notesMaster" Target="/ppt/notesMasters/notesMaster1.xml" Id="R2d215190c22c48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1ad819fbe54402" /><Relationship Type="http://schemas.openxmlformats.org/officeDocument/2006/relationships/notesMaster" Target="/ppt/notesMasters/notesMaster1.xml" Id="Rddb6b225b93741b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328b89e6a246b3" /><Relationship Type="http://schemas.openxmlformats.org/officeDocument/2006/relationships/notesMaster" Target="/ppt/notesMasters/notesMaster1.xml" Id="Ra5bc7f5000e2441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a96e13412f845d4" /><Relationship Type="http://schemas.openxmlformats.org/officeDocument/2006/relationships/notesMaster" Target="/ppt/notesMasters/notesMaster1.xml" Id="R3ed399be03aa4b5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2d306a4ec674025" /><Relationship Type="http://schemas.openxmlformats.org/officeDocument/2006/relationships/notesMaster" Target="/ppt/notesMasters/notesMaster1.xml" Id="R649c697776f848d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Astana Walks помогает решить маленькую городскую задачу: куда сходить поблизости, если есть немного свободного времени. Человек пишет одно сообщение, а помощник учитывает старт, интересы и время, подбирает места и рассчитывает возвращение. Текущая версия объединяет три источника и показывает один план. Мы представляем работающий прототип, а не обещание универсального городского консьержа. Дальше покажем пользовательский путь, устройство решения и границы того, что действительно проверено.</a:t>
            </a:r>
          </a:p>
          <a:p xmlns:a="http://schemas.openxmlformats.org/drawingml/2006/main">
            <a:r>
              <a:t/>
            </a:r>
          </a:p>
          <a:p xmlns:a="http://schemas.openxmlformats.org/drawingml/2006/main">
            <a:r>
              <a:t>Источники и границы:</a:t>
            </a:r>
          </a:p>
          <a:p xmlns:a="http://schemas.openxmlformats.org/drawingml/2006/main">
            <a:r>
              <a:t>Условие хакатона, задача №1.</a:t>
            </a:r>
          </a:p>
          <a:p xmlns:a="http://schemas.openxmlformats.org/drawingml/2006/main">
            <a:r>
              <a:t>README.md; docs/UNIFIED_LAB.md.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Вместо отдельных полей пользователь вводит обычную фразу. Парсер различает тридцать одну поддерживаемую категорию, положительные и отрицательные пожелания, основной тип места и альтернативы. «На пару часов» означает сто двадцать минут. Если время не названо, предлагаются готовые варианты на час, два и четыре часа. Старт определяется по известному ориентиру, локальным данным OSM или геолокации браузера после отправки. Если старт неизвестен, доступ отклонён или точка вне поддерживаемого города, система завершает запрос до обращения к источникам и модели.</a:t>
            </a:r>
          </a:p>
          <a:p xmlns:a="http://schemas.openxmlformats.org/drawingml/2006/main">
            <a:r>
              <a:t/>
            </a:r>
          </a:p>
          <a:p xmlns:a="http://schemas.openxmlformats.org/drawingml/2006/main">
            <a:r>
              <a:t>Источники и границы:</a:t>
            </a:r>
          </a:p>
          <a:p xmlns:a="http://schemas.openxmlformats.org/drawingml/2006/main">
            <a:r>
              <a:t>app/activity_intent.py; app/category_catalog.py; app/lab_context.py.</a:t>
            </a:r>
          </a:p>
          <a:p xmlns:a="http://schemas.openxmlformats.org/drawingml/2006/main">
            <a:r>
              <a:t>qa/pharmacy-question-check.json: проверка вопросительных форм, source 8d49.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реальные снимки мобильного интерфейса объединённого прототипа. Сначала виден запрос, затем остановки, время и карта. Интерфейс не требует выбирать поставщика данных. Объяснение модели, исходное резюме Google и все ссылки на источники сохранены в одном раскрываемом блоке. Карта появляется только после построения маршрута. Снимки относятся к версии ноль-бэ-бэ и показывают интерфейс; более поздние исправления вопроса про аптеку проверялись отдельно. Мы не выдаём эти изображения за новое живое испытание всех категорий.</a:t>
            </a:r>
          </a:p>
          <a:p xmlns:a="http://schemas.openxmlformats.org/drawingml/2006/main">
            <a:r>
              <a:t/>
            </a:r>
          </a:p>
          <a:p xmlns:a="http://schemas.openxmlformats.org/drawingml/2006/main">
            <a:r>
              <a:t>Источники и границы:</a:t>
            </a:r>
          </a:p>
          <a:p xmlns:a="http://schemas.openxmlformats.org/drawingml/2006/main">
            <a:r>
              <a:t>tmp/category-mobile-initial-390.png; tmp/category-mobile-route-390.png.</a:t>
            </a:r>
          </a:p>
          <a:p xmlns:a="http://schemas.openxmlformats.org/drawingml/2006/main">
            <a:r>
              <a:t>qa/category-coverage-check.json: source 0bb.</a:t>
            </a:r>
          </a:p>
          <a:p xmlns:a="http://schemas.openxmlformats.org/drawingml/2006/main">
            <a:r>
              <a:t>Google Maps attribution сохранена внутри фактического снимка карты.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 каждого источника своя роль. OSM даёт воспроизводимый городской снимок: тысяча двести шестьдесят семь объектов, из которых один с ограниченным доступом исключён. Google даёт полное Grounding-резюме со всеми обязательными превью и направленные пешеходные участки. Два-ГИС возвращает до десяти карточек; нужную категорию подтверждает фактическая рубрика, а не название заведения или текст поиска. После отбора локальная Qwen формулирует объяснение. Она не выбирает выдуманные места из памяти. Строгие проверки связывают ответ с известными идентификаторами, категориями и рассчитанным планом.</a:t>
            </a:r>
          </a:p>
          <a:p xmlns:a="http://schemas.openxmlformats.org/drawingml/2006/main">
            <a:r>
              <a:t/>
            </a:r>
          </a:p>
          <a:p xmlns:a="http://schemas.openxmlformats.org/drawingml/2006/main">
            <a:r>
              <a:t>Источники и границы:</a:t>
            </a:r>
          </a:p>
          <a:p xmlns:a="http://schemas.openxmlformats.org/drawingml/2006/main">
            <a:r>
              <a:t>data/poi.astana.json; app/unified_walks.py; app/unified_narration.py.</a:t>
            </a:r>
          </a:p>
          <a:p xmlns:a="http://schemas.openxmlformats.org/drawingml/2006/main">
            <a:r>
              <a:t>app/google_grounded.py; app/unified_dgis.py.</a:t>
            </a:r>
          </a:p>
          <a:p xmlns:a="http://schemas.openxmlformats.org/drawingml/2006/main">
            <a:r>
              <a:t>Модель: Qwen3-4B-Instruct-2507, Unsloth Q4_K_M; llama.cpp b11739 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одном принятом живом примере человек попросил компьютерный клуб на два часа. План сохранил именно клуб и весь бюджет: восемнадцать минут на ходьбу, девяносто семь на предлагаемое посещение и пять минут запаса. Возвращение заняло девять минут и уже включено в восемнадцать. Карта использует те же проверенные числовые координаты старта и финиша. При этом Embed показал шестнадцать минут: разные сервисы Google могут оценивать путь по-разному. Это не гарантия секундной точности и не подтверждение свободного компьютера или условий клуба.</a:t>
            </a:r>
          </a:p>
          <a:p xmlns:a="http://schemas.openxmlformats.org/drawingml/2006/main">
            <a:r>
              <a:t/>
            </a:r>
          </a:p>
          <a:p xmlns:a="http://schemas.openxmlformats.org/drawingml/2006/main">
            <a:r>
              <a:t>Источники и границы:</a:t>
            </a:r>
          </a:p>
          <a:p xmlns:a="http://schemas.openxmlformats.org/drawingml/2006/main">
            <a:r>
              <a:t>qa/category-coverage-check.json: живой клубный сценарий 0bb.</a:t>
            </a:r>
          </a:p>
          <a:p xmlns:a="http://schemas.openxmlformats.org/drawingml/2006/main">
            <a:r>
              <a:t>app/route_map.py; app/unified_walks.py.</a:t>
            </a:r>
          </a:p>
          <a:p xmlns:a="http://schemas.openxmlformats.org/drawingml/2006/main">
            <a:r>
              <a:t>Google Maps Embed и Compute Routes — разные оценки.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Строгое ограничение важнее красивого ответа. Если пользователь требует розетку, тихое место или ночную работу, неизвестный признак не становится подтверждённым. Если нужного типа нет, приложение не подменяет его кафе или парком. Запрос про аптеку не означает, что там есть конкретный препарат, и помощник не даёт медицинских советов. Модель может ошибаться в формулировках, поэтому неподтверждённые утверждения приводят к отклонению текста. Личный запрос и координаты не сохраняются как история; объединённые ответы и сырые данные Два-ГИС не выгружаются в материалы. Перед отправкой доступны условия передачи данных источникам.</a:t>
            </a:r>
          </a:p>
          <a:p xmlns:a="http://schemas.openxmlformats.org/drawingml/2006/main">
            <a:r>
              <a:t/>
            </a:r>
          </a:p>
          <a:p xmlns:a="http://schemas.openxmlformats.org/drawingml/2006/main">
            <a:r>
              <a:t>Источники и границы:</a:t>
            </a:r>
          </a:p>
          <a:p xmlns:a="http://schemas.openxmlformats.org/drawingml/2006/main">
            <a:r>
              <a:t>docs/UNIFIED_LAB.md: privacy, unknown properties, mixed archive off.</a:t>
            </a:r>
          </a:p>
          <a:p xmlns:a="http://schemas.openxmlformats.org/drawingml/2006/main">
            <a:r>
              <a:t>app/unified_narration.py; app/unified_walks.py.</a:t>
            </a:r>
          </a:p>
          <a:p xmlns:a="http://schemas.openxmlformats.org/drawingml/2006/main">
            <a:r>
              <a:t>PWA сохраняет только оболочку, не API, запросы, GPS и карты.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Здесь приводим только подтверждённый прогон версии восемь-дэ-сорок-девять: триста восемьдесят шесть тестов, триста восемьдесят четыре пройдены, два пропущены из-за Windows-ограничений символических ссылок. В него входят восемьдесят две проверки интерфейса и двадцать три проверки PWA. Пять более поздних проверок iframe указаны отдельно, без придуманного общего итога. Живые результаты тоже разделены: клубный ответ принят, неподтверждённое число в EXPO-объяснении отклонено, запрос про аптеку завершился без кандидатов и без модели. Это не утверждение, что все тридцать одна категория прошла живой поиск.</a:t>
            </a:r>
          </a:p>
          <a:p xmlns:a="http://schemas.openxmlformats.org/drawingml/2006/main">
            <a:r>
              <a:t/>
            </a:r>
          </a:p>
          <a:p xmlns:a="http://schemas.openxmlformats.org/drawingml/2006/main">
            <a:r>
              <a:t>Источники и границы:</a:t>
            </a:r>
          </a:p>
          <a:p xmlns:a="http://schemas.openxmlformats.org/drawingml/2006/main">
            <a:r>
              <a:t>qa/pharmacy-question-check.json: confirmed 8d49 test boundary 386/384/2.</a:t>
            </a:r>
          </a:p>
          <a:p xmlns:a="http://schemas.openxmlformats.org/drawingml/2006/main">
            <a:r>
              <a:t>qa/category-coverage-check.json: historical source 0bb, not current full-live matrix.</a:t>
            </a:r>
          </a:p>
          <a:p xmlns:a="http://schemas.openxmlformats.org/drawingml/2006/main">
            <a:r>
              <a:t>Iframe source 331: 5 subsequent tests, separate boundary.</a:t>
            </a:r>
          </a:p>
          <a:p xmlns:a="http://schemas.openxmlformats.org/drawingml/2006/main">
            <a:r>
              <a:t>PR18 CI green as confirmed by integration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Пять строк соотносят прототип с исходными сценариями. Для MEGA важен диапазон свободного времени. Для кофе — подтверждённые тишина и розетка. Для семьи — возможность выбрать площадку или музей, не приписывая музею интерактивную выставку. Туристу перед вылетом нужно явно напомнить: трансфер в аэропорт, регистрация и контроль не входят в городской бюджет. Ночная необычная активность у Абу-Даби и прогулка у EXPO требуют такой же осторожности: наличие здания или места не доказывает сегодняшнее событие, доступную крышу или работу ночью. Эти фразы служат сценариями проверки, а не рекламой конкретных заведений.</a:t>
            </a:r>
          </a:p>
          <a:p xmlns:a="http://schemas.openxmlformats.org/drawingml/2006/main">
            <a:r>
              <a:t/>
            </a:r>
          </a:p>
          <a:p xmlns:a="http://schemas.openxmlformats.org/drawingml/2006/main">
            <a:r>
              <a:t>Источники и границы:</a:t>
            </a:r>
          </a:p>
          <a:p xmlns:a="http://schemas.openxmlformats.org/drawingml/2006/main">
            <a:r>
              <a:t>Условие хакатона, задача №1.</a:t>
            </a:r>
          </a:p>
          <a:p xmlns:a="http://schemas.openxmlformats.org/drawingml/2006/main">
            <a:r>
              <a:t>docs/CURRENT_SCENARIOS.md — актуальные границы сценариев.</a:t>
            </a:r>
          </a:p>
          <a:p xmlns:a="http://schemas.openxmlformats.org/drawingml/2006/main">
            <a:r>
              <a:t>Без утверждения live PASS всей матрицы.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Бизнес-идея пока остаётся гипотезой. Небольшой пилот можно предложить отелям и туристическим стойкам, где часто задают вопрос: что успеть рядом за час или два. Полезные метрики — доля выбранных планов и оценка объяснений человеком. Следующий технический шаг — семантический разбор намерений с проверяемой схемой вместо постоянного расширения словаря. Также нужны более полные данные, проверки условий на месте и оценка маршрутов с жителями. Мы не заявляем измеренный спрос, выручку или универсальное понимание любых пожеланий.</a:t>
            </a:r>
          </a:p>
          <a:p xmlns:a="http://schemas.openxmlformats.org/drawingml/2006/main">
            <a:r>
              <a:t/>
            </a:r>
          </a:p>
          <a:p xmlns:a="http://schemas.openxmlformats.org/drawingml/2006/main">
            <a:r>
              <a:t>Источники и границы:</a:t>
            </a:r>
          </a:p>
          <a:p xmlns:a="http://schemas.openxmlformats.org/drawingml/2006/main">
            <a:r>
              <a:t>Бизнес-гипотеза команды; спрос и выручка не измерялись.</a:t>
            </a:r>
          </a:p>
          <a:p xmlns:a="http://schemas.openxmlformats.org/drawingml/2006/main">
            <a:r>
              <a:t>Текущий контракт: 31 ограниченная категория; дальнейший semantic intent не реализован.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Текущее демо доступно через временный публичный туннель и зависит от работающего компьютера, сервера и соединения. Адрес владельца ltybcs точка com слэш demo — намеченное постоянное размещение, а не уже подтверждённый перенос. В комплекте находятся эта презентация в PDF, редактируемый PowerPoint и текст речи. Новая ссылка YouTube пока отсутствует: пользователь загрузит ролик сам. Старое видео относится к предыдущему снимку проекта. Для демонстрации учитываем задержку CPU и отдельные лимиты: пятьсот попыток Google и пятьсот попыток Два-ГИС за тридцать дней.</a:t>
            </a:r>
          </a:p>
          <a:p xmlns:a="http://schemas.openxmlformats.org/drawingml/2006/main">
            <a:r>
              <a:t/>
            </a:r>
          </a:p>
          <a:p xmlns:a="http://schemas.openxmlformats.org/drawingml/2006/main">
            <a:r>
              <a:t>Источники и границы:</a:t>
            </a:r>
          </a:p>
          <a:p xmlns:a="http://schemas.openxmlformats.org/drawingml/2006/main">
            <a:r>
              <a:t>https://entire-burn-cricket-ashley.trycloudflare.com/</a:t>
            </a:r>
          </a:p>
          <a:p xmlns:a="http://schemas.openxmlformats.org/drawingml/2006/main">
            <a:r>
              <a:t>ltybcs.com/demo — planned owner deployment, not confirmed uploaded.</a:t>
            </a:r>
          </a:p>
          <a:p xmlns:a="http://schemas.openxmlformats.org/drawingml/2006/main">
            <a:r>
              <a:t>docs/CURRENT_SUBMISSION.md.</a:t>
            </a:r>
          </a:p>
          <a:p xmlns:a="http://schemas.openxmlformats.org/drawingml/2006/main">
            <a:r>
              <a:t>Historical video and old PDFs are source-bound, not current unified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15b3cdcce44fd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e30ea56384493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f09434ee8ac4c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2663ef50a89424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1d0c050b144f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68c034ebef4c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65ECE9-47A0-44A3-A443-6F3DA658B8A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2689E58-1343-4727-9AC8-4DE9D6018C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9EBFC0-05DC-4ABA-A57E-F496601E152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1AC30B-7C78-43D4-86A1-0A4A11D554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DC9126C-E3C0-40DA-9051-2B05257E93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0F85232-12E6-4857-AEBC-ADEA9D89AE6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E09420-019A-425A-8F06-5E5755D5D5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E7DC93-61EF-443D-BA7C-CA2176C2C2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F4547A-DC56-4988-99FC-C1944E67B3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340075-E726-483A-9B3C-7B7E580DF1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702305e30004c55" /><Relationship Type="http://schemas.openxmlformats.org/officeDocument/2006/relationships/slideLayout" Target="/ppt/slideLayouts/slideLayout1.xml" Id="R1afdc39274b4432e" /><Relationship Type="http://schemas.openxmlformats.org/officeDocument/2006/relationships/slideLayout" Target="/ppt/slideLayouts/slideLayout2.xml" Id="Rea706b90237d4c0c" /><Relationship Type="http://schemas.openxmlformats.org/officeDocument/2006/relationships/slideLayout" Target="/ppt/slideLayouts/slideLayout3.xml" Id="R987c0197bcfe4b3d" /><Relationship Type="http://schemas.openxmlformats.org/officeDocument/2006/relationships/slideLayout" Target="/ppt/slideLayouts/slideLayout4.xml" Id="R67ac044fe0b648f0" /><Relationship Type="http://schemas.openxmlformats.org/officeDocument/2006/relationships/slideLayout" Target="/ppt/slideLayouts/slideLayout5.xml" Id="R0f8c595df98c48b3" /><Relationship Type="http://schemas.openxmlformats.org/officeDocument/2006/relationships/slideLayout" Target="/ppt/slideLayouts/slideLayout6.xml" Id="Ra8f4793e062549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fdc39274b4432e"/>
    <p:sldLayoutId xmlns:r="http://schemas.openxmlformats.org/officeDocument/2006/relationships" id="2147483650" r:id="Rea706b90237d4c0c"/>
    <p:sldLayoutId xmlns:r="http://schemas.openxmlformats.org/officeDocument/2006/relationships" id="2147483651" r:id="R987c0197bcfe4b3d"/>
    <p:sldLayoutId xmlns:r="http://schemas.openxmlformats.org/officeDocument/2006/relationships" id="2147483652" r:id="R67ac044fe0b648f0"/>
    <p:sldLayoutId xmlns:r="http://schemas.openxmlformats.org/officeDocument/2006/relationships" id="2147483653" r:id="R0f8c595df98c48b3"/>
    <p:sldLayoutId xmlns:r="http://schemas.openxmlformats.org/officeDocument/2006/relationships" id="2147483654" r:id="Ra8f4793e062549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a2d8f0632774a8a" /><Relationship Type="http://schemas.openxmlformats.org/officeDocument/2006/relationships/notesSlide" Target="/ppt/notesSlides/notesSlide1.xml" Id="R6be4c8ce9d5246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b504c3814464fd8" /><Relationship Type="http://schemas.openxmlformats.org/officeDocument/2006/relationships/notesSlide" Target="/ppt/notesSlides/notesSlide2.xml" Id="Rfa60e7bb4f264c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733f45549e04ae9" /><Relationship Type="http://schemas.openxmlformats.org/officeDocument/2006/relationships/image" Target="/ppt/media/image.jpeg" Id="Rbab576b9a6e14f8d" /><Relationship Type="http://schemas.openxmlformats.org/officeDocument/2006/relationships/image" Target="/ppt/media/image2.jpeg" Id="Rcf94762df4eb49bd" /><Relationship Type="http://schemas.openxmlformats.org/officeDocument/2006/relationships/notesSlide" Target="/ppt/notesSlides/notesSlide3.xml" Id="R1268d1252038446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eaf5e31a0d24335" /><Relationship Type="http://schemas.openxmlformats.org/officeDocument/2006/relationships/notesSlide" Target="/ppt/notesSlides/notesSlide4.xml" Id="R2f3be9b3a56f4b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cb00a02dac4b19" /><Relationship Type="http://schemas.openxmlformats.org/officeDocument/2006/relationships/notesSlide" Target="/ppt/notesSlides/notesSlide5.xml" Id="R3fcc3a11766445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29e73f081d14977" /><Relationship Type="http://schemas.openxmlformats.org/officeDocument/2006/relationships/notesSlide" Target="/ppt/notesSlides/notesSlide6.xml" Id="R0a52e3e6e7fa4a0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ebad8d494444643" /><Relationship Type="http://schemas.openxmlformats.org/officeDocument/2006/relationships/notesSlide" Target="/ppt/notesSlides/notesSlide7.xml" Id="Rb846ad32dd734dc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084e0b53114939" /><Relationship Type="http://schemas.openxmlformats.org/officeDocument/2006/relationships/notesSlide" Target="/ppt/notesSlides/notesSlide8.xml" Id="Re14bcef3fe0a48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3b629f52d1a4ace" /><Relationship Type="http://schemas.openxmlformats.org/officeDocument/2006/relationships/notesSlide" Target="/ppt/notesSlides/notesSlide9.xml" Id="R29528634f36443d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631ba3afecc4d42" /><Relationship Type="http://schemas.openxmlformats.org/officeDocument/2006/relationships/notesSlide" Target="/ppt/notesSlides/notesSlide10.xml" Id="Rc7ea4b47f38d4e7a" /></Relationships>
</file>

<file path=ppt/slides/slide1.xml><?xml version="1.0" encoding="utf-8"?>
<p:sld xmlns:p="http://schemas.openxmlformats.org/presentationml/2006/main">
  <p:cSld>
    <p:bg>
      <p:bgPr>
        <a:solidFill xmlns:a="http://schemas.openxmlformats.org/drawingml/2006/main">
          <a:srgbClr val="0A2D2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F73CC06-492B-42E5-A9A0-DB7FC778D0A8}"/>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EC8C0"/>
                </a:solidFill>
                <a:latin typeface="Arial"/>
                <a:ea typeface="Arial"/>
                <a:cs typeface="Arial"/>
              </a:defRPr>
            </a:defPPr>
            <a:lvl1pPr>
              <a:defRPr sz="1350" b="0">
                <a:solidFill>
                  <a:srgbClr val="AEC8C0"/>
                </a:solidFill>
                <a:latin typeface="Arial"/>
                <a:ea typeface="Arial"/>
                <a:cs typeface="Arial"/>
              </a:defRPr>
            </a:lvl1pPr>
            <a:lvl2pPr>
              <a:defRPr sz="1350" b="0">
                <a:solidFill>
                  <a:srgbClr val="AEC8C0"/>
                </a:solidFill>
                <a:latin typeface="Arial"/>
                <a:ea typeface="Arial"/>
                <a:cs typeface="Arial"/>
              </a:defRPr>
            </a:lvl2pPr>
            <a:lvl3pPr>
              <a:defRPr sz="1350" b="0">
                <a:solidFill>
                  <a:srgbClr val="AEC8C0"/>
                </a:solidFill>
                <a:latin typeface="Arial"/>
                <a:ea typeface="Arial"/>
                <a:cs typeface="Arial"/>
              </a:defRPr>
            </a:lvl3pPr>
            <a:lvl4pPr>
              <a:defRPr sz="1350" b="0">
                <a:solidFill>
                  <a:srgbClr val="AEC8C0"/>
                </a:solidFill>
                <a:latin typeface="Arial"/>
                <a:ea typeface="Arial"/>
                <a:cs typeface="Arial"/>
              </a:defRPr>
            </a:lvl4pPr>
            <a:lvl5pPr>
              <a:defRPr sz="1350" b="0">
                <a:solidFill>
                  <a:srgbClr val="AEC8C0"/>
                </a:solidFill>
                <a:latin typeface="Arial"/>
                <a:ea typeface="Arial"/>
                <a:cs typeface="Arial"/>
              </a:defRPr>
            </a:lvl5pPr>
            <a:lvl6pPr>
              <a:defRPr sz="1350" b="0">
                <a:solidFill>
                  <a:srgbClr val="AEC8C0"/>
                </a:solidFill>
                <a:latin typeface="Arial"/>
                <a:ea typeface="Arial"/>
                <a:cs typeface="Arial"/>
              </a:defRPr>
            </a:lvl6pPr>
            <a:lvl7pPr>
              <a:defRPr sz="1350" b="0">
                <a:solidFill>
                  <a:srgbClr val="AEC8C0"/>
                </a:solidFill>
                <a:latin typeface="Arial"/>
                <a:ea typeface="Arial"/>
                <a:cs typeface="Arial"/>
              </a:defRPr>
            </a:lvl7pPr>
            <a:lvl8pPr>
              <a:defRPr sz="1350" b="0">
                <a:solidFill>
                  <a:srgbClr val="AEC8C0"/>
                </a:solidFill>
                <a:latin typeface="Arial"/>
                <a:ea typeface="Arial"/>
                <a:cs typeface="Arial"/>
              </a:defRPr>
            </a:lvl8pPr>
            <a:lvl9pPr>
              <a:defRPr sz="1350" b="0">
                <a:solidFill>
                  <a:srgbClr val="AEC8C0"/>
                </a:solidFill>
                <a:latin typeface="Arial"/>
                <a:ea typeface="Arial"/>
                <a:cs typeface="Arial"/>
              </a:defRPr>
            </a:lvl9pPr>
          </a:lstStyle>
          <a:p xmlns:a="http://schemas.openxmlformats.org/drawingml/2006/main">
            <a:pPr>
              <a:defRPr sz="1350" b="0">
                <a:solidFill>
                  <a:srgbClr val="AEC8C0"/>
                </a:solidFill>
                <a:latin typeface="Arial"/>
                <a:ea typeface="Arial"/>
                <a:cs typeface="Arial"/>
              </a:defRPr>
            </a:pPr>
            <a:r>
              <a:rPr sz="1350" b="0">
                <a:solidFill>
                  <a:srgbClr val="AEC8C0"/>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0BE35C34-D813-4936-9C3A-86B42224BDAB}"/>
              </a:ext>
            </a:extLst>
          </p:cNvPr>
          <p:cNvSpPr>
            <a:spLocks xmlns:a="http://schemas.openxmlformats.org/drawingml/2006/main" noGrp="1"/>
          </p:cNvSpPr>
          <p:nvPr/>
        </p:nvSpPr>
        <p:spPr>
          <a:xfrm xmlns:a="http://schemas.openxmlformats.org/drawingml/2006/main">
            <a:off x="685800" y="895350"/>
            <a:ext cx="10820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600" b="1">
                <a:solidFill>
                  <a:srgbClr val="F4F0E5"/>
                </a:solidFill>
                <a:latin typeface="Arial"/>
                <a:ea typeface="Arial"/>
                <a:cs typeface="Arial"/>
              </a:defRPr>
            </a:defPPr>
            <a:lvl1pPr>
              <a:defRPr sz="6600" b="1">
                <a:solidFill>
                  <a:srgbClr val="F4F0E5"/>
                </a:solidFill>
                <a:latin typeface="Arial"/>
                <a:ea typeface="Arial"/>
                <a:cs typeface="Arial"/>
              </a:defRPr>
            </a:lvl1pPr>
            <a:lvl2pPr>
              <a:defRPr sz="6600" b="1">
                <a:solidFill>
                  <a:srgbClr val="F4F0E5"/>
                </a:solidFill>
                <a:latin typeface="Arial"/>
                <a:ea typeface="Arial"/>
                <a:cs typeface="Arial"/>
              </a:defRPr>
            </a:lvl2pPr>
            <a:lvl3pPr>
              <a:defRPr sz="6600" b="1">
                <a:solidFill>
                  <a:srgbClr val="F4F0E5"/>
                </a:solidFill>
                <a:latin typeface="Arial"/>
                <a:ea typeface="Arial"/>
                <a:cs typeface="Arial"/>
              </a:defRPr>
            </a:lvl3pPr>
            <a:lvl4pPr>
              <a:defRPr sz="6600" b="1">
                <a:solidFill>
                  <a:srgbClr val="F4F0E5"/>
                </a:solidFill>
                <a:latin typeface="Arial"/>
                <a:ea typeface="Arial"/>
                <a:cs typeface="Arial"/>
              </a:defRPr>
            </a:lvl4pPr>
            <a:lvl5pPr>
              <a:defRPr sz="6600" b="1">
                <a:solidFill>
                  <a:srgbClr val="F4F0E5"/>
                </a:solidFill>
                <a:latin typeface="Arial"/>
                <a:ea typeface="Arial"/>
                <a:cs typeface="Arial"/>
              </a:defRPr>
            </a:lvl5pPr>
            <a:lvl6pPr>
              <a:defRPr sz="6600" b="1">
                <a:solidFill>
                  <a:srgbClr val="F4F0E5"/>
                </a:solidFill>
                <a:latin typeface="Arial"/>
                <a:ea typeface="Arial"/>
                <a:cs typeface="Arial"/>
              </a:defRPr>
            </a:lvl6pPr>
            <a:lvl7pPr>
              <a:defRPr sz="6600" b="1">
                <a:solidFill>
                  <a:srgbClr val="F4F0E5"/>
                </a:solidFill>
                <a:latin typeface="Arial"/>
                <a:ea typeface="Arial"/>
                <a:cs typeface="Arial"/>
              </a:defRPr>
            </a:lvl7pPr>
            <a:lvl8pPr>
              <a:defRPr sz="6600" b="1">
                <a:solidFill>
                  <a:srgbClr val="F4F0E5"/>
                </a:solidFill>
                <a:latin typeface="Arial"/>
                <a:ea typeface="Arial"/>
                <a:cs typeface="Arial"/>
              </a:defRPr>
            </a:lvl8pPr>
            <a:lvl9pPr>
              <a:defRPr sz="6600" b="1">
                <a:solidFill>
                  <a:srgbClr val="F4F0E5"/>
                </a:solidFill>
                <a:latin typeface="Arial"/>
                <a:ea typeface="Arial"/>
                <a:cs typeface="Arial"/>
              </a:defRPr>
            </a:lvl9pPr>
          </a:lstStyle>
          <a:p xmlns:a="http://schemas.openxmlformats.org/drawingml/2006/main">
            <a:pPr>
              <a:defRPr sz="6600" b="1">
                <a:solidFill>
                  <a:srgbClr val="F4F0E5"/>
                </a:solidFill>
                <a:latin typeface="Arial"/>
                <a:ea typeface="Arial"/>
                <a:cs typeface="Arial"/>
              </a:defRPr>
            </a:pPr>
            <a:r>
              <a:rPr sz="6600" b="1">
                <a:solidFill>
                  <a:srgbClr val="F4F0E5"/>
                </a:solidFill>
                <a:latin typeface="Arial"/>
                <a:ea typeface="Arial"/>
                <a:cs typeface="Arial"/>
              </a:rPr>
              <a:t>Astana Walks</a:t>
            </a:r>
          </a:p>
        </p:txBody>
      </p:sp>
      <p:sp>
        <p:nvSpPr>
          <p:cNvPr id="3" name="">
            <a:extLst xmlns:a="http://schemas.openxmlformats.org/drawingml/2006/main">
              <a:ext uri="{FF2B5EF4-FFF2-40B4-BE49-F238E27FC236}">
                <a16:creationId xmlns:a16="http://schemas.microsoft.com/office/drawing/2014/main" id="{9F4EAC39-90B5-497C-AABF-C07405FF3D23}"/>
              </a:ext>
            </a:extLst>
          </p:cNvPr>
          <p:cNvSpPr>
            <a:spLocks xmlns:a="http://schemas.openxmlformats.org/drawingml/2006/main" noGrp="1"/>
          </p:cNvSpPr>
          <p:nvPr/>
        </p:nvSpPr>
        <p:spPr>
          <a:xfrm xmlns:a="http://schemas.openxmlformats.org/drawingml/2006/main">
            <a:off x="723900" y="2524125"/>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975" b="0">
                <a:solidFill>
                  <a:srgbClr val="63D3BE"/>
                </a:solidFill>
                <a:latin typeface="Arial"/>
                <a:ea typeface="Arial"/>
                <a:cs typeface="Arial"/>
              </a:defRPr>
            </a:defPPr>
            <a:lvl1pPr>
              <a:defRPr sz="3975" b="0">
                <a:solidFill>
                  <a:srgbClr val="63D3BE"/>
                </a:solidFill>
                <a:latin typeface="Arial"/>
                <a:ea typeface="Arial"/>
                <a:cs typeface="Arial"/>
              </a:defRPr>
            </a:lvl1pPr>
            <a:lvl2pPr>
              <a:defRPr sz="3975" b="0">
                <a:solidFill>
                  <a:srgbClr val="63D3BE"/>
                </a:solidFill>
                <a:latin typeface="Arial"/>
                <a:ea typeface="Arial"/>
                <a:cs typeface="Arial"/>
              </a:defRPr>
            </a:lvl2pPr>
            <a:lvl3pPr>
              <a:defRPr sz="3975" b="0">
                <a:solidFill>
                  <a:srgbClr val="63D3BE"/>
                </a:solidFill>
                <a:latin typeface="Arial"/>
                <a:ea typeface="Arial"/>
                <a:cs typeface="Arial"/>
              </a:defRPr>
            </a:lvl3pPr>
            <a:lvl4pPr>
              <a:defRPr sz="3975" b="0">
                <a:solidFill>
                  <a:srgbClr val="63D3BE"/>
                </a:solidFill>
                <a:latin typeface="Arial"/>
                <a:ea typeface="Arial"/>
                <a:cs typeface="Arial"/>
              </a:defRPr>
            </a:lvl4pPr>
            <a:lvl5pPr>
              <a:defRPr sz="3975" b="0">
                <a:solidFill>
                  <a:srgbClr val="63D3BE"/>
                </a:solidFill>
                <a:latin typeface="Arial"/>
                <a:ea typeface="Arial"/>
                <a:cs typeface="Arial"/>
              </a:defRPr>
            </a:lvl5pPr>
            <a:lvl6pPr>
              <a:defRPr sz="3975" b="0">
                <a:solidFill>
                  <a:srgbClr val="63D3BE"/>
                </a:solidFill>
                <a:latin typeface="Arial"/>
                <a:ea typeface="Arial"/>
                <a:cs typeface="Arial"/>
              </a:defRPr>
            </a:lvl6pPr>
            <a:lvl7pPr>
              <a:defRPr sz="3975" b="0">
                <a:solidFill>
                  <a:srgbClr val="63D3BE"/>
                </a:solidFill>
                <a:latin typeface="Arial"/>
                <a:ea typeface="Arial"/>
                <a:cs typeface="Arial"/>
              </a:defRPr>
            </a:lvl7pPr>
            <a:lvl8pPr>
              <a:defRPr sz="3975" b="0">
                <a:solidFill>
                  <a:srgbClr val="63D3BE"/>
                </a:solidFill>
                <a:latin typeface="Arial"/>
                <a:ea typeface="Arial"/>
                <a:cs typeface="Arial"/>
              </a:defRPr>
            </a:lvl8pPr>
            <a:lvl9pPr>
              <a:defRPr sz="3975" b="0">
                <a:solidFill>
                  <a:srgbClr val="63D3BE"/>
                </a:solidFill>
                <a:latin typeface="Arial"/>
                <a:ea typeface="Arial"/>
                <a:cs typeface="Arial"/>
              </a:defRPr>
            </a:lvl9pPr>
          </a:lstStyle>
          <a:p xmlns:a="http://schemas.openxmlformats.org/drawingml/2006/main">
            <a:pPr>
              <a:defRPr sz="3975" b="0">
                <a:solidFill>
                  <a:srgbClr val="63D3BE"/>
                </a:solidFill>
                <a:latin typeface="Arial"/>
                <a:ea typeface="Arial"/>
                <a:cs typeface="Arial"/>
              </a:defRPr>
            </a:pPr>
            <a:r>
              <a:rPr sz="3975" b="0">
                <a:solidFill>
                  <a:srgbClr val="63D3BE"/>
                </a:solidFill>
                <a:latin typeface="Arial"/>
                <a:ea typeface="Arial"/>
                <a:cs typeface="Arial"/>
              </a:rPr>
              <a:t>Один запрос.</a:t>
            </a:r>
          </a:p>
          <a:p xmlns:a="http://schemas.openxmlformats.org/drawingml/2006/main">
            <a:pPr>
              <a:defRPr sz="3975" b="0">
                <a:solidFill>
                  <a:srgbClr val="63D3BE"/>
                </a:solidFill>
                <a:latin typeface="Arial"/>
                <a:ea typeface="Arial"/>
                <a:cs typeface="Arial"/>
              </a:defRPr>
            </a:pPr>
            <a:r>
              <a:rPr sz="3975" b="0">
                <a:solidFill>
                  <a:srgbClr val="63D3BE"/>
                </a:solidFill>
                <a:latin typeface="Arial"/>
                <a:ea typeface="Arial"/>
                <a:cs typeface="Arial"/>
              </a:rPr>
              <a:t>План прогулки с возвращением.</a:t>
            </a:r>
          </a:p>
        </p:txBody>
      </p:sp>
      <p:sp>
        <p:nvSpPr>
          <p:cNvPr id="4" name="">
            <a:extLst xmlns:a="http://schemas.openxmlformats.org/drawingml/2006/main">
              <a:ext uri="{FF2B5EF4-FFF2-40B4-BE49-F238E27FC236}">
                <a16:creationId xmlns:a16="http://schemas.microsoft.com/office/drawing/2014/main" id="{76872236-AE7A-43EC-9FC8-BDE22F23CFAC}"/>
              </a:ext>
            </a:extLst>
          </p:cNvPr>
          <p:cNvSpPr>
            <a:spLocks xmlns:a="http://schemas.openxmlformats.org/drawingml/2006/main" noGrp="1"/>
          </p:cNvSpPr>
          <p:nvPr/>
        </p:nvSpPr>
        <p:spPr>
          <a:xfrm xmlns:a="http://schemas.openxmlformats.org/drawingml/2006/main">
            <a:off x="742950" y="52387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AEC8C0"/>
                </a:solidFill>
                <a:latin typeface="Arial"/>
                <a:ea typeface="Arial"/>
                <a:cs typeface="Arial"/>
              </a:defRPr>
            </a:defPPr>
            <a:lvl1pPr>
              <a:defRPr sz="1950" b="0">
                <a:solidFill>
                  <a:srgbClr val="AEC8C0"/>
                </a:solidFill>
                <a:latin typeface="Arial"/>
                <a:ea typeface="Arial"/>
                <a:cs typeface="Arial"/>
              </a:defRPr>
            </a:lvl1pPr>
            <a:lvl2pPr>
              <a:defRPr sz="1950" b="0">
                <a:solidFill>
                  <a:srgbClr val="AEC8C0"/>
                </a:solidFill>
                <a:latin typeface="Arial"/>
                <a:ea typeface="Arial"/>
                <a:cs typeface="Arial"/>
              </a:defRPr>
            </a:lvl2pPr>
            <a:lvl3pPr>
              <a:defRPr sz="1950" b="0">
                <a:solidFill>
                  <a:srgbClr val="AEC8C0"/>
                </a:solidFill>
                <a:latin typeface="Arial"/>
                <a:ea typeface="Arial"/>
                <a:cs typeface="Arial"/>
              </a:defRPr>
            </a:lvl3pPr>
            <a:lvl4pPr>
              <a:defRPr sz="1950" b="0">
                <a:solidFill>
                  <a:srgbClr val="AEC8C0"/>
                </a:solidFill>
                <a:latin typeface="Arial"/>
                <a:ea typeface="Arial"/>
                <a:cs typeface="Arial"/>
              </a:defRPr>
            </a:lvl4pPr>
            <a:lvl5pPr>
              <a:defRPr sz="1950" b="0">
                <a:solidFill>
                  <a:srgbClr val="AEC8C0"/>
                </a:solidFill>
                <a:latin typeface="Arial"/>
                <a:ea typeface="Arial"/>
                <a:cs typeface="Arial"/>
              </a:defRPr>
            </a:lvl5pPr>
            <a:lvl6pPr>
              <a:defRPr sz="1950" b="0">
                <a:solidFill>
                  <a:srgbClr val="AEC8C0"/>
                </a:solidFill>
                <a:latin typeface="Arial"/>
                <a:ea typeface="Arial"/>
                <a:cs typeface="Arial"/>
              </a:defRPr>
            </a:lvl6pPr>
            <a:lvl7pPr>
              <a:defRPr sz="1950" b="0">
                <a:solidFill>
                  <a:srgbClr val="AEC8C0"/>
                </a:solidFill>
                <a:latin typeface="Arial"/>
                <a:ea typeface="Arial"/>
                <a:cs typeface="Arial"/>
              </a:defRPr>
            </a:lvl7pPr>
            <a:lvl8pPr>
              <a:defRPr sz="1950" b="0">
                <a:solidFill>
                  <a:srgbClr val="AEC8C0"/>
                </a:solidFill>
                <a:latin typeface="Arial"/>
                <a:ea typeface="Arial"/>
                <a:cs typeface="Arial"/>
              </a:defRPr>
            </a:lvl8pPr>
            <a:lvl9pPr>
              <a:defRPr sz="1950" b="0">
                <a:solidFill>
                  <a:srgbClr val="AEC8C0"/>
                </a:solidFill>
                <a:latin typeface="Arial"/>
                <a:ea typeface="Arial"/>
                <a:cs typeface="Arial"/>
              </a:defRPr>
            </a:lvl9pPr>
          </a:lstStyle>
          <a:p xmlns:a="http://schemas.openxmlformats.org/drawingml/2006/main">
            <a:pPr>
              <a:defRPr sz="1950" b="0">
                <a:solidFill>
                  <a:srgbClr val="AEC8C0"/>
                </a:solidFill>
                <a:latin typeface="Arial"/>
                <a:ea typeface="Arial"/>
                <a:cs typeface="Arial"/>
              </a:defRPr>
            </a:pPr>
            <a:r>
              <a:rPr sz="1950" b="0">
                <a:solidFill>
                  <a:srgbClr val="AEC8C0"/>
                </a:solidFill>
                <a:latin typeface="Arial"/>
                <a:ea typeface="Arial"/>
                <a:cs typeface="Arial"/>
              </a:rPr>
              <a:t>Задача №1 НИЦ Smart City</a:t>
            </a:r>
          </a:p>
          <a:p xmlns:a="http://schemas.openxmlformats.org/drawingml/2006/main">
            <a:pPr>
              <a:defRPr sz="1950" b="0">
                <a:solidFill>
                  <a:srgbClr val="AEC8C0"/>
                </a:solidFill>
                <a:latin typeface="Arial"/>
                <a:ea typeface="Arial"/>
                <a:cs typeface="Arial"/>
              </a:defRPr>
            </a:pPr>
            <a:r>
              <a:rPr sz="1950" b="0">
                <a:solidFill>
                  <a:srgbClr val="AEC8C0"/>
                </a:solidFill>
                <a:latin typeface="Arial"/>
                <a:ea typeface="Arial"/>
                <a:cs typeface="Arial"/>
              </a:rPr>
              <a:t>Build with AI / GDG Astana · 20 октября 2026</a:t>
            </a:r>
          </a:p>
        </p:txBody>
      </p:sp>
    </p:spTree>
    <p:extLst>
      <p:ext uri="{BB962C8B-B14F-4D97-AF65-F5344CB8AC3E}">
        <p14:creationId xmlns:p14="http://schemas.microsoft.com/office/powerpoint/2010/main" val="389362027"/>
      </p:ext>
    </p:extLst>
  </p:cSld>
</p:sld>
</file>

<file path=ppt/slides/slide2.xml><?xml version="1.0" encoding="utf-8"?>
<p:sld xmlns:p="http://schemas.openxmlformats.org/presentationml/2006/main">
  <p:cSld>
    <p:bg>
      <p:bgPr>
        <a:solidFill xmlns:a="http://schemas.openxmlformats.org/drawingml/2006/main">
          <a:srgbClr val="F4F0E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63F770E-AD41-4B95-818D-28785078AC3D}"/>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123C3B"/>
                </a:solidFill>
                <a:latin typeface="Arial"/>
                <a:ea typeface="Arial"/>
                <a:cs typeface="Arial"/>
              </a:defRPr>
            </a:defPPr>
            <a:lvl1pPr>
              <a:defRPr sz="3525" b="1">
                <a:solidFill>
                  <a:srgbClr val="123C3B"/>
                </a:solidFill>
                <a:latin typeface="Arial"/>
                <a:ea typeface="Arial"/>
                <a:cs typeface="Arial"/>
              </a:defRPr>
            </a:lvl1pPr>
            <a:lvl2pPr>
              <a:defRPr sz="3525" b="1">
                <a:solidFill>
                  <a:srgbClr val="123C3B"/>
                </a:solidFill>
                <a:latin typeface="Arial"/>
                <a:ea typeface="Arial"/>
                <a:cs typeface="Arial"/>
              </a:defRPr>
            </a:lvl2pPr>
            <a:lvl3pPr>
              <a:defRPr sz="3525" b="1">
                <a:solidFill>
                  <a:srgbClr val="123C3B"/>
                </a:solidFill>
                <a:latin typeface="Arial"/>
                <a:ea typeface="Arial"/>
                <a:cs typeface="Arial"/>
              </a:defRPr>
            </a:lvl3pPr>
            <a:lvl4pPr>
              <a:defRPr sz="3525" b="1">
                <a:solidFill>
                  <a:srgbClr val="123C3B"/>
                </a:solidFill>
                <a:latin typeface="Arial"/>
                <a:ea typeface="Arial"/>
                <a:cs typeface="Arial"/>
              </a:defRPr>
            </a:lvl4pPr>
            <a:lvl5pPr>
              <a:defRPr sz="3525" b="1">
                <a:solidFill>
                  <a:srgbClr val="123C3B"/>
                </a:solidFill>
                <a:latin typeface="Arial"/>
                <a:ea typeface="Arial"/>
                <a:cs typeface="Arial"/>
              </a:defRPr>
            </a:lvl5pPr>
            <a:lvl6pPr>
              <a:defRPr sz="3525" b="1">
                <a:solidFill>
                  <a:srgbClr val="123C3B"/>
                </a:solidFill>
                <a:latin typeface="Arial"/>
                <a:ea typeface="Arial"/>
                <a:cs typeface="Arial"/>
              </a:defRPr>
            </a:lvl6pPr>
            <a:lvl7pPr>
              <a:defRPr sz="3525" b="1">
                <a:solidFill>
                  <a:srgbClr val="123C3B"/>
                </a:solidFill>
                <a:latin typeface="Arial"/>
                <a:ea typeface="Arial"/>
                <a:cs typeface="Arial"/>
              </a:defRPr>
            </a:lvl7pPr>
            <a:lvl8pPr>
              <a:defRPr sz="3525" b="1">
                <a:solidFill>
                  <a:srgbClr val="123C3B"/>
                </a:solidFill>
                <a:latin typeface="Arial"/>
                <a:ea typeface="Arial"/>
                <a:cs typeface="Arial"/>
              </a:defRPr>
            </a:lvl8pPr>
            <a:lvl9pPr>
              <a:defRPr sz="3525" b="1">
                <a:solidFill>
                  <a:srgbClr val="123C3B"/>
                </a:solidFill>
                <a:latin typeface="Arial"/>
                <a:ea typeface="Arial"/>
                <a:cs typeface="Arial"/>
              </a:defRPr>
            </a:lvl9pPr>
          </a:lstStyle>
          <a:p xmlns:a="http://schemas.openxmlformats.org/drawingml/2006/main">
            <a:pPr>
              <a:defRPr sz="3525" b="1">
                <a:solidFill>
                  <a:srgbClr val="123C3B"/>
                </a:solidFill>
                <a:latin typeface="Arial"/>
                <a:ea typeface="Arial"/>
                <a:cs typeface="Arial"/>
              </a:defRPr>
            </a:pPr>
            <a:r>
              <a:rPr sz="3525" b="1">
                <a:solidFill>
                  <a:srgbClr val="123C3B"/>
                </a:solidFill>
                <a:latin typeface="Arial"/>
                <a:ea typeface="Arial"/>
                <a:cs typeface="Arial"/>
              </a:rPr>
              <a:t>Сообщение вместо анкеты</a:t>
            </a:r>
          </a:p>
        </p:txBody>
      </p:sp>
      <p:sp>
        <p:nvSpPr>
          <p:cNvPr id="2" name="">
            <a:extLst xmlns:a="http://schemas.openxmlformats.org/drawingml/2006/main">
              <a:ext uri="{FF2B5EF4-FFF2-40B4-BE49-F238E27FC236}">
                <a16:creationId xmlns:a16="http://schemas.microsoft.com/office/drawing/2014/main" id="{09F750D9-92D1-4333-8902-25F1A6F7119C}"/>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5716A"/>
                </a:solidFill>
                <a:latin typeface="Arial"/>
                <a:ea typeface="Arial"/>
                <a:cs typeface="Arial"/>
              </a:defRPr>
            </a:defPPr>
            <a:lvl1pPr>
              <a:defRPr sz="1350" b="0">
                <a:solidFill>
                  <a:srgbClr val="55716A"/>
                </a:solidFill>
                <a:latin typeface="Arial"/>
                <a:ea typeface="Arial"/>
                <a:cs typeface="Arial"/>
              </a:defRPr>
            </a:lvl1pPr>
            <a:lvl2pPr>
              <a:defRPr sz="1350" b="0">
                <a:solidFill>
                  <a:srgbClr val="55716A"/>
                </a:solidFill>
                <a:latin typeface="Arial"/>
                <a:ea typeface="Arial"/>
                <a:cs typeface="Arial"/>
              </a:defRPr>
            </a:lvl2pPr>
            <a:lvl3pPr>
              <a:defRPr sz="1350" b="0">
                <a:solidFill>
                  <a:srgbClr val="55716A"/>
                </a:solidFill>
                <a:latin typeface="Arial"/>
                <a:ea typeface="Arial"/>
                <a:cs typeface="Arial"/>
              </a:defRPr>
            </a:lvl3pPr>
            <a:lvl4pPr>
              <a:defRPr sz="1350" b="0">
                <a:solidFill>
                  <a:srgbClr val="55716A"/>
                </a:solidFill>
                <a:latin typeface="Arial"/>
                <a:ea typeface="Arial"/>
                <a:cs typeface="Arial"/>
              </a:defRPr>
            </a:lvl4pPr>
            <a:lvl5pPr>
              <a:defRPr sz="1350" b="0">
                <a:solidFill>
                  <a:srgbClr val="55716A"/>
                </a:solidFill>
                <a:latin typeface="Arial"/>
                <a:ea typeface="Arial"/>
                <a:cs typeface="Arial"/>
              </a:defRPr>
            </a:lvl5pPr>
            <a:lvl6pPr>
              <a:defRPr sz="1350" b="0">
                <a:solidFill>
                  <a:srgbClr val="55716A"/>
                </a:solidFill>
                <a:latin typeface="Arial"/>
                <a:ea typeface="Arial"/>
                <a:cs typeface="Arial"/>
              </a:defRPr>
            </a:lvl6pPr>
            <a:lvl7pPr>
              <a:defRPr sz="1350" b="0">
                <a:solidFill>
                  <a:srgbClr val="55716A"/>
                </a:solidFill>
                <a:latin typeface="Arial"/>
                <a:ea typeface="Arial"/>
                <a:cs typeface="Arial"/>
              </a:defRPr>
            </a:lvl7pPr>
            <a:lvl8pPr>
              <a:defRPr sz="1350" b="0">
                <a:solidFill>
                  <a:srgbClr val="55716A"/>
                </a:solidFill>
                <a:latin typeface="Arial"/>
                <a:ea typeface="Arial"/>
                <a:cs typeface="Arial"/>
              </a:defRPr>
            </a:lvl8pPr>
            <a:lvl9pPr>
              <a:defRPr sz="1350" b="0">
                <a:solidFill>
                  <a:srgbClr val="55716A"/>
                </a:solidFill>
                <a:latin typeface="Arial"/>
                <a:ea typeface="Arial"/>
                <a:cs typeface="Arial"/>
              </a:defRPr>
            </a:lvl9pPr>
          </a:lstStyle>
          <a:p xmlns:a="http://schemas.openxmlformats.org/drawingml/2006/main">
            <a:pPr>
              <a:defRPr sz="1350" b="0">
                <a:solidFill>
                  <a:srgbClr val="55716A"/>
                </a:solidFill>
                <a:latin typeface="Arial"/>
                <a:ea typeface="Arial"/>
                <a:cs typeface="Arial"/>
              </a:defRPr>
            </a:pPr>
            <a:r>
              <a:rPr sz="1350" b="0">
                <a:solidFill>
                  <a:srgbClr val="55716A"/>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BE19CBB4-621A-45C2-B56C-837BFC320B2A}"/>
              </a:ext>
            </a:extLst>
          </p:cNvPr>
          <p:cNvSpPr>
            <a:spLocks xmlns:a="http://schemas.openxmlformats.org/drawingml/2006/main" noGrp="1"/>
          </p:cNvSpPr>
          <p:nvPr/>
        </p:nvSpPr>
        <p:spPr>
          <a:xfrm xmlns:a="http://schemas.openxmlformats.org/drawingml/2006/main">
            <a:off x="685800" y="1714500"/>
            <a:ext cx="108204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23C3B"/>
                </a:solidFill>
                <a:latin typeface="Arial"/>
                <a:ea typeface="Arial"/>
                <a:cs typeface="Arial"/>
              </a:defRPr>
            </a:defPPr>
            <a:lvl1pPr>
              <a:defRPr sz="3000" b="1">
                <a:solidFill>
                  <a:srgbClr val="123C3B"/>
                </a:solidFill>
                <a:latin typeface="Arial"/>
                <a:ea typeface="Arial"/>
                <a:cs typeface="Arial"/>
              </a:defRPr>
            </a:lvl1pPr>
            <a:lvl2pPr>
              <a:defRPr sz="3000" b="1">
                <a:solidFill>
                  <a:srgbClr val="123C3B"/>
                </a:solidFill>
                <a:latin typeface="Arial"/>
                <a:ea typeface="Arial"/>
                <a:cs typeface="Arial"/>
              </a:defRPr>
            </a:lvl2pPr>
            <a:lvl3pPr>
              <a:defRPr sz="3000" b="1">
                <a:solidFill>
                  <a:srgbClr val="123C3B"/>
                </a:solidFill>
                <a:latin typeface="Arial"/>
                <a:ea typeface="Arial"/>
                <a:cs typeface="Arial"/>
              </a:defRPr>
            </a:lvl3pPr>
            <a:lvl4pPr>
              <a:defRPr sz="3000" b="1">
                <a:solidFill>
                  <a:srgbClr val="123C3B"/>
                </a:solidFill>
                <a:latin typeface="Arial"/>
                <a:ea typeface="Arial"/>
                <a:cs typeface="Arial"/>
              </a:defRPr>
            </a:lvl4pPr>
            <a:lvl5pPr>
              <a:defRPr sz="3000" b="1">
                <a:solidFill>
                  <a:srgbClr val="123C3B"/>
                </a:solidFill>
                <a:latin typeface="Arial"/>
                <a:ea typeface="Arial"/>
                <a:cs typeface="Arial"/>
              </a:defRPr>
            </a:lvl5pPr>
            <a:lvl6pPr>
              <a:defRPr sz="3000" b="1">
                <a:solidFill>
                  <a:srgbClr val="123C3B"/>
                </a:solidFill>
                <a:latin typeface="Arial"/>
                <a:ea typeface="Arial"/>
                <a:cs typeface="Arial"/>
              </a:defRPr>
            </a:lvl6pPr>
            <a:lvl7pPr>
              <a:defRPr sz="3000" b="1">
                <a:solidFill>
                  <a:srgbClr val="123C3B"/>
                </a:solidFill>
                <a:latin typeface="Arial"/>
                <a:ea typeface="Arial"/>
                <a:cs typeface="Arial"/>
              </a:defRPr>
            </a:lvl7pPr>
            <a:lvl8pPr>
              <a:defRPr sz="3000" b="1">
                <a:solidFill>
                  <a:srgbClr val="123C3B"/>
                </a:solidFill>
                <a:latin typeface="Arial"/>
                <a:ea typeface="Arial"/>
                <a:cs typeface="Arial"/>
              </a:defRPr>
            </a:lvl8pPr>
            <a:lvl9pPr>
              <a:defRPr sz="3000" b="1">
                <a:solidFill>
                  <a:srgbClr val="123C3B"/>
                </a:solidFill>
                <a:latin typeface="Arial"/>
                <a:ea typeface="Arial"/>
                <a:cs typeface="Arial"/>
              </a:defRPr>
            </a:lvl9pPr>
          </a:lstStyle>
          <a:p xmlns:a="http://schemas.openxmlformats.org/drawingml/2006/main">
            <a:pPr>
              <a:defRPr sz="3000" b="1">
                <a:solidFill>
                  <a:srgbClr val="123C3B"/>
                </a:solidFill>
                <a:latin typeface="Arial"/>
                <a:ea typeface="Arial"/>
                <a:cs typeface="Arial"/>
              </a:defRPr>
            </a:pPr>
            <a:r>
              <a:rPr sz="3000" b="1">
                <a:solidFill>
                  <a:srgbClr val="123C3B"/>
                </a:solidFill>
                <a:latin typeface="Arial"/>
                <a:ea typeface="Arial"/>
                <a:cs typeface="Arial"/>
              </a:rPr>
              <a:t>«Я у Байтерека, хочу в компклуб</a:t>
            </a:r>
          </a:p>
          <a:p xmlns:a="http://schemas.openxmlformats.org/drawingml/2006/main">
            <a:pPr>
              <a:defRPr sz="3000" b="1">
                <a:solidFill>
                  <a:srgbClr val="123C3B"/>
                </a:solidFill>
                <a:latin typeface="Arial"/>
                <a:ea typeface="Arial"/>
                <a:cs typeface="Arial"/>
              </a:defRPr>
            </a:pPr>
            <a:r>
              <a:rPr sz="3000" b="1">
                <a:solidFill>
                  <a:srgbClr val="123C3B"/>
                </a:solidFill>
                <a:latin typeface="Arial"/>
                <a:ea typeface="Arial"/>
                <a:cs typeface="Arial"/>
              </a:rPr>
              <a:t>на пару часов»</a:t>
            </a:r>
          </a:p>
        </p:txBody>
      </p:sp>
      <p:sp>
        <p:nvSpPr>
          <p:cNvPr id="4" name="">
            <a:extLst xmlns:a="http://schemas.openxmlformats.org/drawingml/2006/main">
              <a:ext uri="{FF2B5EF4-FFF2-40B4-BE49-F238E27FC236}">
                <a16:creationId xmlns:a16="http://schemas.microsoft.com/office/drawing/2014/main" id="{BC7E2E6A-AF22-4C0B-BF70-B3591A892645}"/>
              </a:ext>
            </a:extLst>
          </p:cNvPr>
          <p:cNvSpPr>
            <a:spLocks xmlns:a="http://schemas.openxmlformats.org/drawingml/2006/main" noGrp="1"/>
          </p:cNvSpPr>
          <p:nvPr/>
        </p:nvSpPr>
        <p:spPr>
          <a:xfrm xmlns:a="http://schemas.openxmlformats.org/drawingml/2006/main">
            <a:off x="685800" y="3267075"/>
            <a:ext cx="2476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7050" b="1">
                <a:solidFill>
                  <a:srgbClr val="123C3B"/>
                </a:solidFill>
                <a:latin typeface="Arial"/>
                <a:ea typeface="Arial"/>
                <a:cs typeface="Arial"/>
              </a:defRPr>
            </a:defPPr>
            <a:lvl1pPr>
              <a:defRPr sz="7050" b="1">
                <a:solidFill>
                  <a:srgbClr val="123C3B"/>
                </a:solidFill>
                <a:latin typeface="Arial"/>
                <a:ea typeface="Arial"/>
                <a:cs typeface="Arial"/>
              </a:defRPr>
            </a:lvl1pPr>
            <a:lvl2pPr>
              <a:defRPr sz="7050" b="1">
                <a:solidFill>
                  <a:srgbClr val="123C3B"/>
                </a:solidFill>
                <a:latin typeface="Arial"/>
                <a:ea typeface="Arial"/>
                <a:cs typeface="Arial"/>
              </a:defRPr>
            </a:lvl2pPr>
            <a:lvl3pPr>
              <a:defRPr sz="7050" b="1">
                <a:solidFill>
                  <a:srgbClr val="123C3B"/>
                </a:solidFill>
                <a:latin typeface="Arial"/>
                <a:ea typeface="Arial"/>
                <a:cs typeface="Arial"/>
              </a:defRPr>
            </a:lvl3pPr>
            <a:lvl4pPr>
              <a:defRPr sz="7050" b="1">
                <a:solidFill>
                  <a:srgbClr val="123C3B"/>
                </a:solidFill>
                <a:latin typeface="Arial"/>
                <a:ea typeface="Arial"/>
                <a:cs typeface="Arial"/>
              </a:defRPr>
            </a:lvl4pPr>
            <a:lvl5pPr>
              <a:defRPr sz="7050" b="1">
                <a:solidFill>
                  <a:srgbClr val="123C3B"/>
                </a:solidFill>
                <a:latin typeface="Arial"/>
                <a:ea typeface="Arial"/>
                <a:cs typeface="Arial"/>
              </a:defRPr>
            </a:lvl5pPr>
            <a:lvl6pPr>
              <a:defRPr sz="7050" b="1">
                <a:solidFill>
                  <a:srgbClr val="123C3B"/>
                </a:solidFill>
                <a:latin typeface="Arial"/>
                <a:ea typeface="Arial"/>
                <a:cs typeface="Arial"/>
              </a:defRPr>
            </a:lvl6pPr>
            <a:lvl7pPr>
              <a:defRPr sz="7050" b="1">
                <a:solidFill>
                  <a:srgbClr val="123C3B"/>
                </a:solidFill>
                <a:latin typeface="Arial"/>
                <a:ea typeface="Arial"/>
                <a:cs typeface="Arial"/>
              </a:defRPr>
            </a:lvl7pPr>
            <a:lvl8pPr>
              <a:defRPr sz="7050" b="1">
                <a:solidFill>
                  <a:srgbClr val="123C3B"/>
                </a:solidFill>
                <a:latin typeface="Arial"/>
                <a:ea typeface="Arial"/>
                <a:cs typeface="Arial"/>
              </a:defRPr>
            </a:lvl8pPr>
            <a:lvl9pPr>
              <a:defRPr sz="7050" b="1">
                <a:solidFill>
                  <a:srgbClr val="123C3B"/>
                </a:solidFill>
                <a:latin typeface="Arial"/>
                <a:ea typeface="Arial"/>
                <a:cs typeface="Arial"/>
              </a:defRPr>
            </a:lvl9pPr>
          </a:lstStyle>
          <a:p xmlns:a="http://schemas.openxmlformats.org/drawingml/2006/main">
            <a:pPr>
              <a:defRPr sz="7050" b="1">
                <a:solidFill>
                  <a:srgbClr val="123C3B"/>
                </a:solidFill>
                <a:latin typeface="Arial"/>
                <a:ea typeface="Arial"/>
                <a:cs typeface="Arial"/>
              </a:defRPr>
            </a:pPr>
            <a:r>
              <a:rPr sz="7050" b="1">
                <a:solidFill>
                  <a:srgbClr val="123C3B"/>
                </a:solidFill>
                <a:latin typeface="Arial"/>
                <a:ea typeface="Arial"/>
                <a:cs typeface="Arial"/>
              </a:rPr>
              <a:t>31</a:t>
            </a:r>
          </a:p>
        </p:txBody>
      </p:sp>
      <p:sp>
        <p:nvSpPr>
          <p:cNvPr id="5" name="">
            <a:extLst xmlns:a="http://schemas.openxmlformats.org/drawingml/2006/main">
              <a:ext uri="{FF2B5EF4-FFF2-40B4-BE49-F238E27FC236}">
                <a16:creationId xmlns:a16="http://schemas.microsoft.com/office/drawing/2014/main" id="{42B061D0-4E95-40C1-A9C6-4F69C5BAD248}"/>
              </a:ext>
            </a:extLst>
          </p:cNvPr>
          <p:cNvSpPr>
            <a:spLocks xmlns:a="http://schemas.openxmlformats.org/drawingml/2006/main" noGrp="1"/>
          </p:cNvSpPr>
          <p:nvPr/>
        </p:nvSpPr>
        <p:spPr>
          <a:xfrm xmlns:a="http://schemas.openxmlformats.org/drawingml/2006/main">
            <a:off x="714375" y="4543425"/>
            <a:ext cx="3333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55716A"/>
                </a:solidFill>
                <a:latin typeface="Arial"/>
                <a:ea typeface="Arial"/>
                <a:cs typeface="Arial"/>
              </a:defRPr>
            </a:defPPr>
            <a:lvl1pPr>
              <a:defRPr sz="2025" b="0">
                <a:solidFill>
                  <a:srgbClr val="55716A"/>
                </a:solidFill>
                <a:latin typeface="Arial"/>
                <a:ea typeface="Arial"/>
                <a:cs typeface="Arial"/>
              </a:defRPr>
            </a:lvl1pPr>
            <a:lvl2pPr>
              <a:defRPr sz="2025" b="0">
                <a:solidFill>
                  <a:srgbClr val="55716A"/>
                </a:solidFill>
                <a:latin typeface="Arial"/>
                <a:ea typeface="Arial"/>
                <a:cs typeface="Arial"/>
              </a:defRPr>
            </a:lvl2pPr>
            <a:lvl3pPr>
              <a:defRPr sz="2025" b="0">
                <a:solidFill>
                  <a:srgbClr val="55716A"/>
                </a:solidFill>
                <a:latin typeface="Arial"/>
                <a:ea typeface="Arial"/>
                <a:cs typeface="Arial"/>
              </a:defRPr>
            </a:lvl3pPr>
            <a:lvl4pPr>
              <a:defRPr sz="2025" b="0">
                <a:solidFill>
                  <a:srgbClr val="55716A"/>
                </a:solidFill>
                <a:latin typeface="Arial"/>
                <a:ea typeface="Arial"/>
                <a:cs typeface="Arial"/>
              </a:defRPr>
            </a:lvl4pPr>
            <a:lvl5pPr>
              <a:defRPr sz="2025" b="0">
                <a:solidFill>
                  <a:srgbClr val="55716A"/>
                </a:solidFill>
                <a:latin typeface="Arial"/>
                <a:ea typeface="Arial"/>
                <a:cs typeface="Arial"/>
              </a:defRPr>
            </a:lvl5pPr>
            <a:lvl6pPr>
              <a:defRPr sz="2025" b="0">
                <a:solidFill>
                  <a:srgbClr val="55716A"/>
                </a:solidFill>
                <a:latin typeface="Arial"/>
                <a:ea typeface="Arial"/>
                <a:cs typeface="Arial"/>
              </a:defRPr>
            </a:lvl6pPr>
            <a:lvl7pPr>
              <a:defRPr sz="2025" b="0">
                <a:solidFill>
                  <a:srgbClr val="55716A"/>
                </a:solidFill>
                <a:latin typeface="Arial"/>
                <a:ea typeface="Arial"/>
                <a:cs typeface="Arial"/>
              </a:defRPr>
            </a:lvl7pPr>
            <a:lvl8pPr>
              <a:defRPr sz="2025" b="0">
                <a:solidFill>
                  <a:srgbClr val="55716A"/>
                </a:solidFill>
                <a:latin typeface="Arial"/>
                <a:ea typeface="Arial"/>
                <a:cs typeface="Arial"/>
              </a:defRPr>
            </a:lvl8pPr>
            <a:lvl9pPr>
              <a:defRPr sz="2025" b="0">
                <a:solidFill>
                  <a:srgbClr val="55716A"/>
                </a:solidFill>
                <a:latin typeface="Arial"/>
                <a:ea typeface="Arial"/>
                <a:cs typeface="Arial"/>
              </a:defRPr>
            </a:lvl9pPr>
          </a:lstStyle>
          <a:p xmlns:a="http://schemas.openxmlformats.org/drawingml/2006/main">
            <a:pPr>
              <a:defRPr sz="2025" b="0">
                <a:solidFill>
                  <a:srgbClr val="55716A"/>
                </a:solidFill>
                <a:latin typeface="Arial"/>
                <a:ea typeface="Arial"/>
                <a:cs typeface="Arial"/>
              </a:defRPr>
            </a:pPr>
            <a:r>
              <a:rPr sz="2025" b="0">
                <a:solidFill>
                  <a:srgbClr val="55716A"/>
                </a:solidFill>
                <a:latin typeface="Arial"/>
                <a:ea typeface="Arial"/>
                <a:cs typeface="Arial"/>
              </a:rPr>
              <a:t>ограниченная категория</a:t>
            </a:r>
          </a:p>
          <a:p xmlns:a="http://schemas.openxmlformats.org/drawingml/2006/main">
            <a:pPr>
              <a:defRPr sz="2025" b="0">
                <a:solidFill>
                  <a:srgbClr val="55716A"/>
                </a:solidFill>
                <a:latin typeface="Arial"/>
                <a:ea typeface="Arial"/>
                <a:cs typeface="Arial"/>
              </a:defRPr>
            </a:pPr>
            <a:r>
              <a:rPr sz="2025" b="0">
                <a:solidFill>
                  <a:srgbClr val="55716A"/>
                </a:solidFill>
                <a:latin typeface="Arial"/>
                <a:ea typeface="Arial"/>
                <a:cs typeface="Arial"/>
              </a:rPr>
              <a:t>с RU / EN синонимами</a:t>
            </a:r>
          </a:p>
        </p:txBody>
      </p:sp>
      <p:sp>
        <p:nvSpPr>
          <p:cNvPr id="6" name="">
            <a:extLst xmlns:a="http://schemas.openxmlformats.org/drawingml/2006/main">
              <a:ext uri="{FF2B5EF4-FFF2-40B4-BE49-F238E27FC236}">
                <a16:creationId xmlns:a16="http://schemas.microsoft.com/office/drawing/2014/main" id="{9DF2B6F1-BC0A-44B2-AD4B-B02F5080E496}"/>
              </a:ext>
            </a:extLst>
          </p:cNvPr>
          <p:cNvSpPr>
            <a:spLocks xmlns:a="http://schemas.openxmlformats.org/drawingml/2006/main" noGrp="1"/>
          </p:cNvSpPr>
          <p:nvPr/>
        </p:nvSpPr>
        <p:spPr>
          <a:xfrm xmlns:a="http://schemas.openxmlformats.org/drawingml/2006/main">
            <a:off x="4762500" y="3286125"/>
            <a:ext cx="657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123C3B"/>
                </a:solidFill>
                <a:latin typeface="Arial"/>
                <a:ea typeface="Arial"/>
                <a:cs typeface="Arial"/>
              </a:defRPr>
            </a:defPPr>
            <a:lvl1pPr>
              <a:defRPr sz="2250" b="0">
                <a:solidFill>
                  <a:srgbClr val="123C3B"/>
                </a:solidFill>
                <a:latin typeface="Arial"/>
                <a:ea typeface="Arial"/>
                <a:cs typeface="Arial"/>
              </a:defRPr>
            </a:lvl1pPr>
            <a:lvl2pPr>
              <a:defRPr sz="2250" b="0">
                <a:solidFill>
                  <a:srgbClr val="123C3B"/>
                </a:solidFill>
                <a:latin typeface="Arial"/>
                <a:ea typeface="Arial"/>
                <a:cs typeface="Arial"/>
              </a:defRPr>
            </a:lvl2pPr>
            <a:lvl3pPr>
              <a:defRPr sz="2250" b="0">
                <a:solidFill>
                  <a:srgbClr val="123C3B"/>
                </a:solidFill>
                <a:latin typeface="Arial"/>
                <a:ea typeface="Arial"/>
                <a:cs typeface="Arial"/>
              </a:defRPr>
            </a:lvl3pPr>
            <a:lvl4pPr>
              <a:defRPr sz="2250" b="0">
                <a:solidFill>
                  <a:srgbClr val="123C3B"/>
                </a:solidFill>
                <a:latin typeface="Arial"/>
                <a:ea typeface="Arial"/>
                <a:cs typeface="Arial"/>
              </a:defRPr>
            </a:lvl4pPr>
            <a:lvl5pPr>
              <a:defRPr sz="2250" b="0">
                <a:solidFill>
                  <a:srgbClr val="123C3B"/>
                </a:solidFill>
                <a:latin typeface="Arial"/>
                <a:ea typeface="Arial"/>
                <a:cs typeface="Arial"/>
              </a:defRPr>
            </a:lvl5pPr>
            <a:lvl6pPr>
              <a:defRPr sz="2250" b="0">
                <a:solidFill>
                  <a:srgbClr val="123C3B"/>
                </a:solidFill>
                <a:latin typeface="Arial"/>
                <a:ea typeface="Arial"/>
                <a:cs typeface="Arial"/>
              </a:defRPr>
            </a:lvl6pPr>
            <a:lvl7pPr>
              <a:defRPr sz="2250" b="0">
                <a:solidFill>
                  <a:srgbClr val="123C3B"/>
                </a:solidFill>
                <a:latin typeface="Arial"/>
                <a:ea typeface="Arial"/>
                <a:cs typeface="Arial"/>
              </a:defRPr>
            </a:lvl7pPr>
            <a:lvl8pPr>
              <a:defRPr sz="2250" b="0">
                <a:solidFill>
                  <a:srgbClr val="123C3B"/>
                </a:solidFill>
                <a:latin typeface="Arial"/>
                <a:ea typeface="Arial"/>
                <a:cs typeface="Arial"/>
              </a:defRPr>
            </a:lvl8pPr>
            <a:lvl9pPr>
              <a:defRPr sz="2250" b="0">
                <a:solidFill>
                  <a:srgbClr val="123C3B"/>
                </a:solidFill>
                <a:latin typeface="Arial"/>
                <a:ea typeface="Arial"/>
                <a:cs typeface="Arial"/>
              </a:defRPr>
            </a:lvl9pPr>
          </a:lstStyle>
          <a:p xmlns:a="http://schemas.openxmlformats.org/drawingml/2006/main">
            <a:pPr>
              <a:defRPr sz="2250" b="0">
                <a:solidFill>
                  <a:srgbClr val="123C3B"/>
                </a:solidFill>
                <a:latin typeface="Arial"/>
                <a:ea typeface="Arial"/>
                <a:cs typeface="Arial"/>
              </a:defRPr>
            </a:pPr>
            <a:r>
              <a:rPr sz="2250" b="0">
                <a:solidFill>
                  <a:srgbClr val="123C3B"/>
                </a:solidFill>
                <a:latin typeface="Arial"/>
                <a:ea typeface="Arial"/>
                <a:cs typeface="Arial"/>
              </a:rPr>
              <a:t>Старт из текста или GPS по согласию</a:t>
            </a:r>
          </a:p>
          <a:p xmlns:a="http://schemas.openxmlformats.org/drawingml/2006/main">
            <a:pPr>
              <a:defRPr sz="2250" b="0">
                <a:solidFill>
                  <a:srgbClr val="123C3B"/>
                </a:solidFill>
                <a:latin typeface="Arial"/>
                <a:ea typeface="Arial"/>
                <a:cs typeface="Arial"/>
              </a:defRPr>
            </a:pPr>
            <a:r>
              <a:rPr sz="2250" b="0">
                <a:solidFill>
                  <a:srgbClr val="123C3B"/>
                </a:solidFill>
                <a:latin typeface="Arial"/>
                <a:ea typeface="Arial"/>
                <a:cs typeface="Arial"/>
              </a:rPr>
              <a:t>Время из сообщения; иначе 60 / 120 / 240</a:t>
            </a:r>
          </a:p>
          <a:p xmlns:a="http://schemas.openxmlformats.org/drawingml/2006/main">
            <a:pPr>
              <a:defRPr sz="2250" b="0">
                <a:solidFill>
                  <a:srgbClr val="123C3B"/>
                </a:solidFill>
                <a:latin typeface="Arial"/>
                <a:ea typeface="Arial"/>
                <a:cs typeface="Arial"/>
              </a:defRPr>
            </a:pPr>
            <a:r>
              <a:rPr sz="2250" b="0">
                <a:solidFill>
                  <a:srgbClr val="123C3B"/>
                </a:solidFill>
                <a:latin typeface="Arial"/>
                <a:ea typeface="Arial"/>
                <a:cs typeface="Arial"/>
              </a:rPr>
              <a:t>Нет известного старта → нет поиска</a:t>
            </a:r>
          </a:p>
        </p:txBody>
      </p:sp>
      <p:sp>
        <p:nvSpPr>
          <p:cNvPr id="7" name="">
            <a:extLst xmlns:a="http://schemas.openxmlformats.org/drawingml/2006/main">
              <a:ext uri="{FF2B5EF4-FFF2-40B4-BE49-F238E27FC236}">
                <a16:creationId xmlns:a16="http://schemas.microsoft.com/office/drawing/2014/main" id="{A5EC26B5-D44B-4E83-AEF5-F55A98AC08DB}"/>
              </a:ext>
            </a:extLst>
          </p:cNvPr>
          <p:cNvSpPr>
            <a:spLocks xmlns:a="http://schemas.openxmlformats.org/drawingml/2006/main" noGrp="1"/>
          </p:cNvSpPr>
          <p:nvPr/>
        </p:nvSpPr>
        <p:spPr>
          <a:xfrm xmlns:a="http://schemas.openxmlformats.org/drawingml/2006/main">
            <a:off x="685800" y="6057900"/>
            <a:ext cx="1019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5716A"/>
                </a:solidFill>
                <a:latin typeface="Arial"/>
                <a:ea typeface="Arial"/>
                <a:cs typeface="Arial"/>
              </a:defRPr>
            </a:defPPr>
            <a:lvl1pPr>
              <a:defRPr sz="1425" b="0">
                <a:solidFill>
                  <a:srgbClr val="55716A"/>
                </a:solidFill>
                <a:latin typeface="Arial"/>
                <a:ea typeface="Arial"/>
                <a:cs typeface="Arial"/>
              </a:defRPr>
            </a:lvl1pPr>
            <a:lvl2pPr>
              <a:defRPr sz="1425" b="0">
                <a:solidFill>
                  <a:srgbClr val="55716A"/>
                </a:solidFill>
                <a:latin typeface="Arial"/>
                <a:ea typeface="Arial"/>
                <a:cs typeface="Arial"/>
              </a:defRPr>
            </a:lvl2pPr>
            <a:lvl3pPr>
              <a:defRPr sz="1425" b="0">
                <a:solidFill>
                  <a:srgbClr val="55716A"/>
                </a:solidFill>
                <a:latin typeface="Arial"/>
                <a:ea typeface="Arial"/>
                <a:cs typeface="Arial"/>
              </a:defRPr>
            </a:lvl3pPr>
            <a:lvl4pPr>
              <a:defRPr sz="1425" b="0">
                <a:solidFill>
                  <a:srgbClr val="55716A"/>
                </a:solidFill>
                <a:latin typeface="Arial"/>
                <a:ea typeface="Arial"/>
                <a:cs typeface="Arial"/>
              </a:defRPr>
            </a:lvl4pPr>
            <a:lvl5pPr>
              <a:defRPr sz="1425" b="0">
                <a:solidFill>
                  <a:srgbClr val="55716A"/>
                </a:solidFill>
                <a:latin typeface="Arial"/>
                <a:ea typeface="Arial"/>
                <a:cs typeface="Arial"/>
              </a:defRPr>
            </a:lvl5pPr>
            <a:lvl6pPr>
              <a:defRPr sz="1425" b="0">
                <a:solidFill>
                  <a:srgbClr val="55716A"/>
                </a:solidFill>
                <a:latin typeface="Arial"/>
                <a:ea typeface="Arial"/>
                <a:cs typeface="Arial"/>
              </a:defRPr>
            </a:lvl6pPr>
            <a:lvl7pPr>
              <a:defRPr sz="1425" b="0">
                <a:solidFill>
                  <a:srgbClr val="55716A"/>
                </a:solidFill>
                <a:latin typeface="Arial"/>
                <a:ea typeface="Arial"/>
                <a:cs typeface="Arial"/>
              </a:defRPr>
            </a:lvl7pPr>
            <a:lvl8pPr>
              <a:defRPr sz="1425" b="0">
                <a:solidFill>
                  <a:srgbClr val="55716A"/>
                </a:solidFill>
                <a:latin typeface="Arial"/>
                <a:ea typeface="Arial"/>
                <a:cs typeface="Arial"/>
              </a:defRPr>
            </a:lvl8pPr>
            <a:lvl9pPr>
              <a:defRPr sz="1425" b="0">
                <a:solidFill>
                  <a:srgbClr val="55716A"/>
                </a:solidFill>
                <a:latin typeface="Arial"/>
                <a:ea typeface="Arial"/>
                <a:cs typeface="Arial"/>
              </a:defRPr>
            </a:lvl9pPr>
          </a:lstStyle>
          <a:p xmlns:a="http://schemas.openxmlformats.org/drawingml/2006/main">
            <a:pPr>
              <a:defRPr sz="1425" b="0">
                <a:solidFill>
                  <a:srgbClr val="55716A"/>
                </a:solidFill>
                <a:latin typeface="Arial"/>
                <a:ea typeface="Arial"/>
                <a:cs typeface="Arial"/>
              </a:defRPr>
            </a:pPr>
            <a:r>
              <a:rPr sz="1425" b="0">
                <a:solidFill>
                  <a:srgbClr val="55716A"/>
                </a:solidFill>
                <a:latin typeface="Arial"/>
                <a:ea typeface="Arial"/>
                <a:cs typeface="Arial"/>
              </a:rPr>
              <a:t>Это лексический разбор намерений; произвольное понимание любого желания не заявлено.</a:t>
            </a:r>
          </a:p>
        </p:txBody>
      </p:sp>
    </p:spTree>
    <p:extLst>
      <p:ext uri="{BB962C8B-B14F-4D97-AF65-F5344CB8AC3E}">
        <p14:creationId xmlns:p14="http://schemas.microsoft.com/office/powerpoint/2010/main" val="512545189"/>
      </p:ext>
    </p:extLst>
  </p:cSld>
</p:sld>
</file>

<file path=ppt/slides/slide3.xml><?xml version="1.0" encoding="utf-8"?>
<p:sld xmlns:p="http://schemas.openxmlformats.org/presentationml/2006/main">
  <p:cSld>
    <p:bg>
      <p:bgPr>
        <a:solidFill xmlns:a="http://schemas.openxmlformats.org/drawingml/2006/main">
          <a:srgbClr val="0A2D2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B9D2C9-3A09-4B0C-8195-94284E2BD538}"/>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F4F0E5"/>
                </a:solidFill>
                <a:latin typeface="Arial"/>
                <a:ea typeface="Arial"/>
                <a:cs typeface="Arial"/>
              </a:defRPr>
            </a:defPPr>
            <a:lvl1pPr>
              <a:defRPr sz="3525" b="1">
                <a:solidFill>
                  <a:srgbClr val="F4F0E5"/>
                </a:solidFill>
                <a:latin typeface="Arial"/>
                <a:ea typeface="Arial"/>
                <a:cs typeface="Arial"/>
              </a:defRPr>
            </a:lvl1pPr>
            <a:lvl2pPr>
              <a:defRPr sz="3525" b="1">
                <a:solidFill>
                  <a:srgbClr val="F4F0E5"/>
                </a:solidFill>
                <a:latin typeface="Arial"/>
                <a:ea typeface="Arial"/>
                <a:cs typeface="Arial"/>
              </a:defRPr>
            </a:lvl2pPr>
            <a:lvl3pPr>
              <a:defRPr sz="3525" b="1">
                <a:solidFill>
                  <a:srgbClr val="F4F0E5"/>
                </a:solidFill>
                <a:latin typeface="Arial"/>
                <a:ea typeface="Arial"/>
                <a:cs typeface="Arial"/>
              </a:defRPr>
            </a:lvl3pPr>
            <a:lvl4pPr>
              <a:defRPr sz="3525" b="1">
                <a:solidFill>
                  <a:srgbClr val="F4F0E5"/>
                </a:solidFill>
                <a:latin typeface="Arial"/>
                <a:ea typeface="Arial"/>
                <a:cs typeface="Arial"/>
              </a:defRPr>
            </a:lvl4pPr>
            <a:lvl5pPr>
              <a:defRPr sz="3525" b="1">
                <a:solidFill>
                  <a:srgbClr val="F4F0E5"/>
                </a:solidFill>
                <a:latin typeface="Arial"/>
                <a:ea typeface="Arial"/>
                <a:cs typeface="Arial"/>
              </a:defRPr>
            </a:lvl5pPr>
            <a:lvl6pPr>
              <a:defRPr sz="3525" b="1">
                <a:solidFill>
                  <a:srgbClr val="F4F0E5"/>
                </a:solidFill>
                <a:latin typeface="Arial"/>
                <a:ea typeface="Arial"/>
                <a:cs typeface="Arial"/>
              </a:defRPr>
            </a:lvl6pPr>
            <a:lvl7pPr>
              <a:defRPr sz="3525" b="1">
                <a:solidFill>
                  <a:srgbClr val="F4F0E5"/>
                </a:solidFill>
                <a:latin typeface="Arial"/>
                <a:ea typeface="Arial"/>
                <a:cs typeface="Arial"/>
              </a:defRPr>
            </a:lvl7pPr>
            <a:lvl8pPr>
              <a:defRPr sz="3525" b="1">
                <a:solidFill>
                  <a:srgbClr val="F4F0E5"/>
                </a:solidFill>
                <a:latin typeface="Arial"/>
                <a:ea typeface="Arial"/>
                <a:cs typeface="Arial"/>
              </a:defRPr>
            </a:lvl8pPr>
            <a:lvl9pPr>
              <a:defRPr sz="3525" b="1">
                <a:solidFill>
                  <a:srgbClr val="F4F0E5"/>
                </a:solidFill>
                <a:latin typeface="Arial"/>
                <a:ea typeface="Arial"/>
                <a:cs typeface="Arial"/>
              </a:defRPr>
            </a:lvl9pPr>
          </a:lstStyle>
          <a:p xmlns:a="http://schemas.openxmlformats.org/drawingml/2006/main">
            <a:pPr>
              <a:defRPr sz="3525" b="1">
                <a:solidFill>
                  <a:srgbClr val="F4F0E5"/>
                </a:solidFill>
                <a:latin typeface="Arial"/>
                <a:ea typeface="Arial"/>
                <a:cs typeface="Arial"/>
              </a:defRPr>
            </a:pPr>
            <a:r>
              <a:rPr sz="3525" b="1">
                <a:solidFill>
                  <a:srgbClr val="F4F0E5"/>
                </a:solidFill>
                <a:latin typeface="Arial"/>
                <a:ea typeface="Arial"/>
                <a:cs typeface="Arial"/>
              </a:rPr>
              <a:t>Мобильный путь: запрос → маршрут</a:t>
            </a:r>
          </a:p>
        </p:txBody>
      </p:sp>
      <p:sp>
        <p:nvSpPr>
          <p:cNvPr id="2" name="">
            <a:extLst xmlns:a="http://schemas.openxmlformats.org/drawingml/2006/main">
              <a:ext uri="{FF2B5EF4-FFF2-40B4-BE49-F238E27FC236}">
                <a16:creationId xmlns:a16="http://schemas.microsoft.com/office/drawing/2014/main" id="{D75B29C5-61C4-48F0-B255-A1A7473F8337}"/>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EC8C0"/>
                </a:solidFill>
                <a:latin typeface="Arial"/>
                <a:ea typeface="Arial"/>
                <a:cs typeface="Arial"/>
              </a:defRPr>
            </a:defPPr>
            <a:lvl1pPr>
              <a:defRPr sz="1350" b="0">
                <a:solidFill>
                  <a:srgbClr val="AEC8C0"/>
                </a:solidFill>
                <a:latin typeface="Arial"/>
                <a:ea typeface="Arial"/>
                <a:cs typeface="Arial"/>
              </a:defRPr>
            </a:lvl1pPr>
            <a:lvl2pPr>
              <a:defRPr sz="1350" b="0">
                <a:solidFill>
                  <a:srgbClr val="AEC8C0"/>
                </a:solidFill>
                <a:latin typeface="Arial"/>
                <a:ea typeface="Arial"/>
                <a:cs typeface="Arial"/>
              </a:defRPr>
            </a:lvl2pPr>
            <a:lvl3pPr>
              <a:defRPr sz="1350" b="0">
                <a:solidFill>
                  <a:srgbClr val="AEC8C0"/>
                </a:solidFill>
                <a:latin typeface="Arial"/>
                <a:ea typeface="Arial"/>
                <a:cs typeface="Arial"/>
              </a:defRPr>
            </a:lvl3pPr>
            <a:lvl4pPr>
              <a:defRPr sz="1350" b="0">
                <a:solidFill>
                  <a:srgbClr val="AEC8C0"/>
                </a:solidFill>
                <a:latin typeface="Arial"/>
                <a:ea typeface="Arial"/>
                <a:cs typeface="Arial"/>
              </a:defRPr>
            </a:lvl4pPr>
            <a:lvl5pPr>
              <a:defRPr sz="1350" b="0">
                <a:solidFill>
                  <a:srgbClr val="AEC8C0"/>
                </a:solidFill>
                <a:latin typeface="Arial"/>
                <a:ea typeface="Arial"/>
                <a:cs typeface="Arial"/>
              </a:defRPr>
            </a:lvl5pPr>
            <a:lvl6pPr>
              <a:defRPr sz="1350" b="0">
                <a:solidFill>
                  <a:srgbClr val="AEC8C0"/>
                </a:solidFill>
                <a:latin typeface="Arial"/>
                <a:ea typeface="Arial"/>
                <a:cs typeface="Arial"/>
              </a:defRPr>
            </a:lvl6pPr>
            <a:lvl7pPr>
              <a:defRPr sz="1350" b="0">
                <a:solidFill>
                  <a:srgbClr val="AEC8C0"/>
                </a:solidFill>
                <a:latin typeface="Arial"/>
                <a:ea typeface="Arial"/>
                <a:cs typeface="Arial"/>
              </a:defRPr>
            </a:lvl7pPr>
            <a:lvl8pPr>
              <a:defRPr sz="1350" b="0">
                <a:solidFill>
                  <a:srgbClr val="AEC8C0"/>
                </a:solidFill>
                <a:latin typeface="Arial"/>
                <a:ea typeface="Arial"/>
                <a:cs typeface="Arial"/>
              </a:defRPr>
            </a:lvl8pPr>
            <a:lvl9pPr>
              <a:defRPr sz="1350" b="0">
                <a:solidFill>
                  <a:srgbClr val="AEC8C0"/>
                </a:solidFill>
                <a:latin typeface="Arial"/>
                <a:ea typeface="Arial"/>
                <a:cs typeface="Arial"/>
              </a:defRPr>
            </a:lvl9pPr>
          </a:lstStyle>
          <a:p xmlns:a="http://schemas.openxmlformats.org/drawingml/2006/main">
            <a:pPr>
              <a:defRPr sz="1350" b="0">
                <a:solidFill>
                  <a:srgbClr val="AEC8C0"/>
                </a:solidFill>
                <a:latin typeface="Arial"/>
                <a:ea typeface="Arial"/>
                <a:cs typeface="Arial"/>
              </a:defRPr>
            </a:pPr>
            <a:r>
              <a:rPr sz="1350" b="0">
                <a:solidFill>
                  <a:srgbClr val="AEC8C0"/>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C31F5F8A-B10D-43FF-AA7F-E9FBB41D16E3}"/>
              </a:ext>
            </a:extLst>
          </p:cNvPr>
          <p:cNvPicPr>
            <a:picLocks xmlns:a="http://schemas.openxmlformats.org/drawingml/2006/main" noChangeAspect="1"/>
          </p:cNvPicPr>
          <p:nvPr/>
        </p:nvPicPr>
        <p:blipFill>
          <a:blip xmlns:r="http://schemas.openxmlformats.org/officeDocument/2006/relationships" xmlns:a="http://schemas.openxmlformats.org/drawingml/2006/main" r:embed="Rbab576b9a6e14f8d"/>
          <a:stretch xmlns:a="http://schemas.openxmlformats.org/drawingml/2006/main"/>
        </p:blipFill>
        <p:spPr>
          <a:xfrm xmlns:a="http://schemas.openxmlformats.org/drawingml/2006/main">
            <a:off x="1094190" y="1543050"/>
            <a:ext cx="2002620" cy="433387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99DF4DE5-01ED-441A-9BD0-EE4D20584737}"/>
              </a:ext>
            </a:extLst>
          </p:cNvPr>
          <p:cNvPicPr>
            <a:picLocks xmlns:a="http://schemas.openxmlformats.org/drawingml/2006/main" noChangeAspect="1"/>
          </p:cNvPicPr>
          <p:nvPr/>
        </p:nvPicPr>
        <p:blipFill>
          <a:blip xmlns:r="http://schemas.openxmlformats.org/officeDocument/2006/relationships" xmlns:a="http://schemas.openxmlformats.org/drawingml/2006/main" r:embed="Rcf94762df4eb49bd"/>
          <a:stretch xmlns:a="http://schemas.openxmlformats.org/drawingml/2006/main"/>
        </p:blipFill>
        <p:spPr>
          <a:xfrm xmlns:a="http://schemas.openxmlformats.org/drawingml/2006/main">
            <a:off x="4333259" y="1543050"/>
            <a:ext cx="2001482" cy="43338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02E7D6-82D5-4629-AD42-B52B9702A532}"/>
              </a:ext>
            </a:extLst>
          </p:cNvPr>
          <p:cNvSpPr>
            <a:spLocks xmlns:a="http://schemas.openxmlformats.org/drawingml/2006/main" noGrp="1"/>
          </p:cNvSpPr>
          <p:nvPr/>
        </p:nvSpPr>
        <p:spPr>
          <a:xfrm xmlns:a="http://schemas.openxmlformats.org/drawingml/2006/main">
            <a:off x="7562850" y="2209800"/>
            <a:ext cx="39052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925" b="1">
                <a:solidFill>
                  <a:srgbClr val="63D3BE"/>
                </a:solidFill>
                <a:latin typeface="Arial"/>
                <a:ea typeface="Arial"/>
                <a:cs typeface="Arial"/>
              </a:defRPr>
            </a:defPPr>
            <a:lvl1pPr>
              <a:defRPr sz="2925" b="1">
                <a:solidFill>
                  <a:srgbClr val="63D3BE"/>
                </a:solidFill>
                <a:latin typeface="Arial"/>
                <a:ea typeface="Arial"/>
                <a:cs typeface="Arial"/>
              </a:defRPr>
            </a:lvl1pPr>
            <a:lvl2pPr>
              <a:defRPr sz="2925" b="1">
                <a:solidFill>
                  <a:srgbClr val="63D3BE"/>
                </a:solidFill>
                <a:latin typeface="Arial"/>
                <a:ea typeface="Arial"/>
                <a:cs typeface="Arial"/>
              </a:defRPr>
            </a:lvl2pPr>
            <a:lvl3pPr>
              <a:defRPr sz="2925" b="1">
                <a:solidFill>
                  <a:srgbClr val="63D3BE"/>
                </a:solidFill>
                <a:latin typeface="Arial"/>
                <a:ea typeface="Arial"/>
                <a:cs typeface="Arial"/>
              </a:defRPr>
            </a:lvl3pPr>
            <a:lvl4pPr>
              <a:defRPr sz="2925" b="1">
                <a:solidFill>
                  <a:srgbClr val="63D3BE"/>
                </a:solidFill>
                <a:latin typeface="Arial"/>
                <a:ea typeface="Arial"/>
                <a:cs typeface="Arial"/>
              </a:defRPr>
            </a:lvl4pPr>
            <a:lvl5pPr>
              <a:defRPr sz="2925" b="1">
                <a:solidFill>
                  <a:srgbClr val="63D3BE"/>
                </a:solidFill>
                <a:latin typeface="Arial"/>
                <a:ea typeface="Arial"/>
                <a:cs typeface="Arial"/>
              </a:defRPr>
            </a:lvl5pPr>
            <a:lvl6pPr>
              <a:defRPr sz="2925" b="1">
                <a:solidFill>
                  <a:srgbClr val="63D3BE"/>
                </a:solidFill>
                <a:latin typeface="Arial"/>
                <a:ea typeface="Arial"/>
                <a:cs typeface="Arial"/>
              </a:defRPr>
            </a:lvl6pPr>
            <a:lvl7pPr>
              <a:defRPr sz="2925" b="1">
                <a:solidFill>
                  <a:srgbClr val="63D3BE"/>
                </a:solidFill>
                <a:latin typeface="Arial"/>
                <a:ea typeface="Arial"/>
                <a:cs typeface="Arial"/>
              </a:defRPr>
            </a:lvl7pPr>
            <a:lvl8pPr>
              <a:defRPr sz="2925" b="1">
                <a:solidFill>
                  <a:srgbClr val="63D3BE"/>
                </a:solidFill>
                <a:latin typeface="Arial"/>
                <a:ea typeface="Arial"/>
                <a:cs typeface="Arial"/>
              </a:defRPr>
            </a:lvl8pPr>
            <a:lvl9pPr>
              <a:defRPr sz="2925" b="1">
                <a:solidFill>
                  <a:srgbClr val="63D3BE"/>
                </a:solidFill>
                <a:latin typeface="Arial"/>
                <a:ea typeface="Arial"/>
                <a:cs typeface="Arial"/>
              </a:defRPr>
            </a:lvl9pPr>
          </a:lstStyle>
          <a:p xmlns:a="http://schemas.openxmlformats.org/drawingml/2006/main">
            <a:pPr>
              <a:defRPr sz="2925" b="1">
                <a:solidFill>
                  <a:srgbClr val="63D3BE"/>
                </a:solidFill>
                <a:latin typeface="Arial"/>
                <a:ea typeface="Arial"/>
                <a:cs typeface="Arial"/>
              </a:defRPr>
            </a:pPr>
            <a:r>
              <a:rPr sz="2925" b="1">
                <a:solidFill>
                  <a:srgbClr val="63D3BE"/>
                </a:solidFill>
                <a:latin typeface="Arial"/>
                <a:ea typeface="Arial"/>
                <a:cs typeface="Arial"/>
              </a:rPr>
              <a:t>Одна форма</a:t>
            </a:r>
          </a:p>
          <a:p xmlns:a="http://schemas.openxmlformats.org/drawingml/2006/main">
            <a:pPr>
              <a:defRPr sz="2925" b="1">
                <a:solidFill>
                  <a:srgbClr val="63D3BE"/>
                </a:solidFill>
                <a:latin typeface="Arial"/>
                <a:ea typeface="Arial"/>
                <a:cs typeface="Arial"/>
              </a:defRPr>
            </a:pPr>
            <a:r>
              <a:rPr sz="2925" b="1">
                <a:solidFill>
                  <a:srgbClr val="63D3BE"/>
                </a:solidFill>
                <a:latin typeface="Arial"/>
                <a:ea typeface="Arial"/>
                <a:cs typeface="Arial"/>
              </a:rPr>
              <a:t>Один ответ</a:t>
            </a:r>
          </a:p>
          <a:p xmlns:a="http://schemas.openxmlformats.org/drawingml/2006/main">
            <a:pPr>
              <a:defRPr sz="2925" b="1">
                <a:solidFill>
                  <a:srgbClr val="63D3BE"/>
                </a:solidFill>
                <a:latin typeface="Arial"/>
                <a:ea typeface="Arial"/>
                <a:cs typeface="Arial"/>
              </a:defRPr>
            </a:pPr>
            <a:r>
              <a:rPr sz="2925" b="1">
                <a:solidFill>
                  <a:srgbClr val="63D3BE"/>
                </a:solidFill>
                <a:latin typeface="Arial"/>
                <a:ea typeface="Arial"/>
                <a:cs typeface="Arial"/>
              </a:rPr>
              <a:t>Одна карта</a:t>
            </a:r>
          </a:p>
        </p:txBody>
      </p:sp>
      <p:sp>
        <p:nvSpPr>
          <p:cNvPr id="6" name="">
            <a:extLst xmlns:a="http://schemas.openxmlformats.org/drawingml/2006/main">
              <a:ext uri="{FF2B5EF4-FFF2-40B4-BE49-F238E27FC236}">
                <a16:creationId xmlns:a16="http://schemas.microsoft.com/office/drawing/2014/main" id="{2FE5B811-8B29-4DE5-8154-B635608E68C3}"/>
              </a:ext>
            </a:extLst>
          </p:cNvPr>
          <p:cNvSpPr>
            <a:spLocks xmlns:a="http://schemas.openxmlformats.org/drawingml/2006/main" noGrp="1"/>
          </p:cNvSpPr>
          <p:nvPr/>
        </p:nvSpPr>
        <p:spPr>
          <a:xfrm xmlns:a="http://schemas.openxmlformats.org/drawingml/2006/main">
            <a:off x="7562850" y="4324350"/>
            <a:ext cx="3905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Объяснение и все источники</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доступны одним раскрытием.</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Карта появляется после плана.</a:t>
            </a:r>
          </a:p>
        </p:txBody>
      </p:sp>
      <p:sp>
        <p:nvSpPr>
          <p:cNvPr id="7" name="">
            <a:extLst xmlns:a="http://schemas.openxmlformats.org/drawingml/2006/main">
              <a:ext uri="{FF2B5EF4-FFF2-40B4-BE49-F238E27FC236}">
                <a16:creationId xmlns:a16="http://schemas.microsoft.com/office/drawing/2014/main" id="{10F82C62-4AF7-4EE3-B43D-25EDA06D55C8}"/>
              </a:ext>
            </a:extLst>
          </p:cNvPr>
          <p:cNvSpPr>
            <a:spLocks xmlns:a="http://schemas.openxmlformats.org/drawingml/2006/main" noGrp="1"/>
          </p:cNvSpPr>
          <p:nvPr/>
        </p:nvSpPr>
        <p:spPr>
          <a:xfrm xmlns:a="http://schemas.openxmlformats.org/drawingml/2006/main">
            <a:off x="685800" y="6057900"/>
            <a:ext cx="1019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EC8C0"/>
                </a:solidFill>
                <a:latin typeface="Arial"/>
                <a:ea typeface="Arial"/>
                <a:cs typeface="Arial"/>
              </a:defRPr>
            </a:defPPr>
            <a:lvl1pPr>
              <a:defRPr sz="1425" b="0">
                <a:solidFill>
                  <a:srgbClr val="AEC8C0"/>
                </a:solidFill>
                <a:latin typeface="Arial"/>
                <a:ea typeface="Arial"/>
                <a:cs typeface="Arial"/>
              </a:defRPr>
            </a:lvl1pPr>
            <a:lvl2pPr>
              <a:defRPr sz="1425" b="0">
                <a:solidFill>
                  <a:srgbClr val="AEC8C0"/>
                </a:solidFill>
                <a:latin typeface="Arial"/>
                <a:ea typeface="Arial"/>
                <a:cs typeface="Arial"/>
              </a:defRPr>
            </a:lvl2pPr>
            <a:lvl3pPr>
              <a:defRPr sz="1425" b="0">
                <a:solidFill>
                  <a:srgbClr val="AEC8C0"/>
                </a:solidFill>
                <a:latin typeface="Arial"/>
                <a:ea typeface="Arial"/>
                <a:cs typeface="Arial"/>
              </a:defRPr>
            </a:lvl3pPr>
            <a:lvl4pPr>
              <a:defRPr sz="1425" b="0">
                <a:solidFill>
                  <a:srgbClr val="AEC8C0"/>
                </a:solidFill>
                <a:latin typeface="Arial"/>
                <a:ea typeface="Arial"/>
                <a:cs typeface="Arial"/>
              </a:defRPr>
            </a:lvl4pPr>
            <a:lvl5pPr>
              <a:defRPr sz="1425" b="0">
                <a:solidFill>
                  <a:srgbClr val="AEC8C0"/>
                </a:solidFill>
                <a:latin typeface="Arial"/>
                <a:ea typeface="Arial"/>
                <a:cs typeface="Arial"/>
              </a:defRPr>
            </a:lvl5pPr>
            <a:lvl6pPr>
              <a:defRPr sz="1425" b="0">
                <a:solidFill>
                  <a:srgbClr val="AEC8C0"/>
                </a:solidFill>
                <a:latin typeface="Arial"/>
                <a:ea typeface="Arial"/>
                <a:cs typeface="Arial"/>
              </a:defRPr>
            </a:lvl6pPr>
            <a:lvl7pPr>
              <a:defRPr sz="1425" b="0">
                <a:solidFill>
                  <a:srgbClr val="AEC8C0"/>
                </a:solidFill>
                <a:latin typeface="Arial"/>
                <a:ea typeface="Arial"/>
                <a:cs typeface="Arial"/>
              </a:defRPr>
            </a:lvl7pPr>
            <a:lvl8pPr>
              <a:defRPr sz="1425" b="0">
                <a:solidFill>
                  <a:srgbClr val="AEC8C0"/>
                </a:solidFill>
                <a:latin typeface="Arial"/>
                <a:ea typeface="Arial"/>
                <a:cs typeface="Arial"/>
              </a:defRPr>
            </a:lvl8pPr>
            <a:lvl9pPr>
              <a:defRPr sz="1425" b="0">
                <a:solidFill>
                  <a:srgbClr val="AEC8C0"/>
                </a:solidFill>
                <a:latin typeface="Arial"/>
                <a:ea typeface="Arial"/>
                <a:cs typeface="Arial"/>
              </a:defRPr>
            </a:lvl9pPr>
          </a:lstStyle>
          <a:p xmlns:a="http://schemas.openxmlformats.org/drawingml/2006/main">
            <a:pPr>
              <a:defRPr sz="1425" b="0">
                <a:solidFill>
                  <a:srgbClr val="AEC8C0"/>
                </a:solidFill>
                <a:latin typeface="Arial"/>
                <a:ea typeface="Arial"/>
                <a:cs typeface="Arial"/>
              </a:defRPr>
            </a:pPr>
            <a:r>
              <a:rPr sz="1425" b="0">
                <a:solidFill>
                  <a:srgbClr val="AEC8C0"/>
                </a:solidFill>
                <a:latin typeface="Arial"/>
                <a:ea typeface="Arial"/>
                <a:cs typeface="Arial"/>
              </a:rPr>
              <a:t>Фактические снимки UI 0bb; иллюстрация интерфейса, не доказательство нового pharmacy-fix.</a:t>
            </a:r>
          </a:p>
        </p:txBody>
      </p:sp>
    </p:spTree>
    <p:extLst>
      <p:ext uri="{BB962C8B-B14F-4D97-AF65-F5344CB8AC3E}">
        <p14:creationId xmlns:p14="http://schemas.microsoft.com/office/powerpoint/2010/main" val="1091994000"/>
      </p:ext>
    </p:extLst>
  </p:cSld>
</p:sld>
</file>

<file path=ppt/slides/slide4.xml><?xml version="1.0" encoding="utf-8"?>
<p:sld xmlns:p="http://schemas.openxmlformats.org/presentationml/2006/main">
  <p:cSld>
    <p:bg>
      <p:bgPr>
        <a:solidFill xmlns:a="http://schemas.openxmlformats.org/drawingml/2006/main">
          <a:srgbClr val="0A2D2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37287EE-2587-4477-A01D-83DC404B9A14}"/>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F4F0E5"/>
                </a:solidFill>
                <a:latin typeface="Arial"/>
                <a:ea typeface="Arial"/>
                <a:cs typeface="Arial"/>
              </a:defRPr>
            </a:defPPr>
            <a:lvl1pPr>
              <a:defRPr sz="3525" b="1">
                <a:solidFill>
                  <a:srgbClr val="F4F0E5"/>
                </a:solidFill>
                <a:latin typeface="Arial"/>
                <a:ea typeface="Arial"/>
                <a:cs typeface="Arial"/>
              </a:defRPr>
            </a:lvl1pPr>
            <a:lvl2pPr>
              <a:defRPr sz="3525" b="1">
                <a:solidFill>
                  <a:srgbClr val="F4F0E5"/>
                </a:solidFill>
                <a:latin typeface="Arial"/>
                <a:ea typeface="Arial"/>
                <a:cs typeface="Arial"/>
              </a:defRPr>
            </a:lvl2pPr>
            <a:lvl3pPr>
              <a:defRPr sz="3525" b="1">
                <a:solidFill>
                  <a:srgbClr val="F4F0E5"/>
                </a:solidFill>
                <a:latin typeface="Arial"/>
                <a:ea typeface="Arial"/>
                <a:cs typeface="Arial"/>
              </a:defRPr>
            </a:lvl3pPr>
            <a:lvl4pPr>
              <a:defRPr sz="3525" b="1">
                <a:solidFill>
                  <a:srgbClr val="F4F0E5"/>
                </a:solidFill>
                <a:latin typeface="Arial"/>
                <a:ea typeface="Arial"/>
                <a:cs typeface="Arial"/>
              </a:defRPr>
            </a:lvl4pPr>
            <a:lvl5pPr>
              <a:defRPr sz="3525" b="1">
                <a:solidFill>
                  <a:srgbClr val="F4F0E5"/>
                </a:solidFill>
                <a:latin typeface="Arial"/>
                <a:ea typeface="Arial"/>
                <a:cs typeface="Arial"/>
              </a:defRPr>
            </a:lvl5pPr>
            <a:lvl6pPr>
              <a:defRPr sz="3525" b="1">
                <a:solidFill>
                  <a:srgbClr val="F4F0E5"/>
                </a:solidFill>
                <a:latin typeface="Arial"/>
                <a:ea typeface="Arial"/>
                <a:cs typeface="Arial"/>
              </a:defRPr>
            </a:lvl6pPr>
            <a:lvl7pPr>
              <a:defRPr sz="3525" b="1">
                <a:solidFill>
                  <a:srgbClr val="F4F0E5"/>
                </a:solidFill>
                <a:latin typeface="Arial"/>
                <a:ea typeface="Arial"/>
                <a:cs typeface="Arial"/>
              </a:defRPr>
            </a:lvl7pPr>
            <a:lvl8pPr>
              <a:defRPr sz="3525" b="1">
                <a:solidFill>
                  <a:srgbClr val="F4F0E5"/>
                </a:solidFill>
                <a:latin typeface="Arial"/>
                <a:ea typeface="Arial"/>
                <a:cs typeface="Arial"/>
              </a:defRPr>
            </a:lvl8pPr>
            <a:lvl9pPr>
              <a:defRPr sz="3525" b="1">
                <a:solidFill>
                  <a:srgbClr val="F4F0E5"/>
                </a:solidFill>
                <a:latin typeface="Arial"/>
                <a:ea typeface="Arial"/>
                <a:cs typeface="Arial"/>
              </a:defRPr>
            </a:lvl9pPr>
          </a:lstStyle>
          <a:p xmlns:a="http://schemas.openxmlformats.org/drawingml/2006/main">
            <a:pPr>
              <a:defRPr sz="3525" b="1">
                <a:solidFill>
                  <a:srgbClr val="F4F0E5"/>
                </a:solidFill>
                <a:latin typeface="Arial"/>
                <a:ea typeface="Arial"/>
                <a:cs typeface="Arial"/>
              </a:defRPr>
            </a:pPr>
            <a:r>
              <a:rPr sz="3525" b="1">
                <a:solidFill>
                  <a:srgbClr val="F4F0E5"/>
                </a:solidFill>
                <a:latin typeface="Arial"/>
                <a:ea typeface="Arial"/>
                <a:cs typeface="Arial"/>
              </a:rPr>
              <a:t>Три источника → проверка → объяснение</a:t>
            </a:r>
          </a:p>
        </p:txBody>
      </p:sp>
      <p:sp>
        <p:nvSpPr>
          <p:cNvPr id="2" name="">
            <a:extLst xmlns:a="http://schemas.openxmlformats.org/drawingml/2006/main">
              <a:ext uri="{FF2B5EF4-FFF2-40B4-BE49-F238E27FC236}">
                <a16:creationId xmlns:a16="http://schemas.microsoft.com/office/drawing/2014/main" id="{9C594574-88B8-4A3F-86C8-AF3D4161B5DF}"/>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EC8C0"/>
                </a:solidFill>
                <a:latin typeface="Arial"/>
                <a:ea typeface="Arial"/>
                <a:cs typeface="Arial"/>
              </a:defRPr>
            </a:defPPr>
            <a:lvl1pPr>
              <a:defRPr sz="1350" b="0">
                <a:solidFill>
                  <a:srgbClr val="AEC8C0"/>
                </a:solidFill>
                <a:latin typeface="Arial"/>
                <a:ea typeface="Arial"/>
                <a:cs typeface="Arial"/>
              </a:defRPr>
            </a:lvl1pPr>
            <a:lvl2pPr>
              <a:defRPr sz="1350" b="0">
                <a:solidFill>
                  <a:srgbClr val="AEC8C0"/>
                </a:solidFill>
                <a:latin typeface="Arial"/>
                <a:ea typeface="Arial"/>
                <a:cs typeface="Arial"/>
              </a:defRPr>
            </a:lvl2pPr>
            <a:lvl3pPr>
              <a:defRPr sz="1350" b="0">
                <a:solidFill>
                  <a:srgbClr val="AEC8C0"/>
                </a:solidFill>
                <a:latin typeface="Arial"/>
                <a:ea typeface="Arial"/>
                <a:cs typeface="Arial"/>
              </a:defRPr>
            </a:lvl3pPr>
            <a:lvl4pPr>
              <a:defRPr sz="1350" b="0">
                <a:solidFill>
                  <a:srgbClr val="AEC8C0"/>
                </a:solidFill>
                <a:latin typeface="Arial"/>
                <a:ea typeface="Arial"/>
                <a:cs typeface="Arial"/>
              </a:defRPr>
            </a:lvl4pPr>
            <a:lvl5pPr>
              <a:defRPr sz="1350" b="0">
                <a:solidFill>
                  <a:srgbClr val="AEC8C0"/>
                </a:solidFill>
                <a:latin typeface="Arial"/>
                <a:ea typeface="Arial"/>
                <a:cs typeface="Arial"/>
              </a:defRPr>
            </a:lvl5pPr>
            <a:lvl6pPr>
              <a:defRPr sz="1350" b="0">
                <a:solidFill>
                  <a:srgbClr val="AEC8C0"/>
                </a:solidFill>
                <a:latin typeface="Arial"/>
                <a:ea typeface="Arial"/>
                <a:cs typeface="Arial"/>
              </a:defRPr>
            </a:lvl6pPr>
            <a:lvl7pPr>
              <a:defRPr sz="1350" b="0">
                <a:solidFill>
                  <a:srgbClr val="AEC8C0"/>
                </a:solidFill>
                <a:latin typeface="Arial"/>
                <a:ea typeface="Arial"/>
                <a:cs typeface="Arial"/>
              </a:defRPr>
            </a:lvl7pPr>
            <a:lvl8pPr>
              <a:defRPr sz="1350" b="0">
                <a:solidFill>
                  <a:srgbClr val="AEC8C0"/>
                </a:solidFill>
                <a:latin typeface="Arial"/>
                <a:ea typeface="Arial"/>
                <a:cs typeface="Arial"/>
              </a:defRPr>
            </a:lvl8pPr>
            <a:lvl9pPr>
              <a:defRPr sz="1350" b="0">
                <a:solidFill>
                  <a:srgbClr val="AEC8C0"/>
                </a:solidFill>
                <a:latin typeface="Arial"/>
                <a:ea typeface="Arial"/>
                <a:cs typeface="Arial"/>
              </a:defRPr>
            </a:lvl9pPr>
          </a:lstStyle>
          <a:p xmlns:a="http://schemas.openxmlformats.org/drawingml/2006/main">
            <a:pPr>
              <a:defRPr sz="1350" b="0">
                <a:solidFill>
                  <a:srgbClr val="AEC8C0"/>
                </a:solidFill>
                <a:latin typeface="Arial"/>
                <a:ea typeface="Arial"/>
                <a:cs typeface="Arial"/>
              </a:defRPr>
            </a:pPr>
            <a:r>
              <a:rPr sz="1350" b="0">
                <a:solidFill>
                  <a:srgbClr val="AEC8C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06E212B1-6B9C-460E-B21A-EB8F32B80618}"/>
              </a:ext>
            </a:extLst>
          </p:cNvPr>
          <p:cNvSpPr>
            <a:spLocks xmlns:a="http://schemas.openxmlformats.org/drawingml/2006/main" noGrp="1"/>
          </p:cNvSpPr>
          <p:nvPr/>
        </p:nvSpPr>
        <p:spPr>
          <a:xfrm xmlns:a="http://schemas.openxmlformats.org/drawingml/2006/main">
            <a:off x="685800" y="180022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850" b="1">
                <a:solidFill>
                  <a:srgbClr val="63D3BE"/>
                </a:solidFill>
                <a:latin typeface="Arial"/>
                <a:ea typeface="Arial"/>
                <a:cs typeface="Arial"/>
              </a:defRPr>
            </a:defPPr>
            <a:lvl1pPr>
              <a:defRPr sz="2850" b="1">
                <a:solidFill>
                  <a:srgbClr val="63D3BE"/>
                </a:solidFill>
                <a:latin typeface="Arial"/>
                <a:ea typeface="Arial"/>
                <a:cs typeface="Arial"/>
              </a:defRPr>
            </a:lvl1pPr>
            <a:lvl2pPr>
              <a:defRPr sz="2850" b="1">
                <a:solidFill>
                  <a:srgbClr val="63D3BE"/>
                </a:solidFill>
                <a:latin typeface="Arial"/>
                <a:ea typeface="Arial"/>
                <a:cs typeface="Arial"/>
              </a:defRPr>
            </a:lvl2pPr>
            <a:lvl3pPr>
              <a:defRPr sz="2850" b="1">
                <a:solidFill>
                  <a:srgbClr val="63D3BE"/>
                </a:solidFill>
                <a:latin typeface="Arial"/>
                <a:ea typeface="Arial"/>
                <a:cs typeface="Arial"/>
              </a:defRPr>
            </a:lvl3pPr>
            <a:lvl4pPr>
              <a:defRPr sz="2850" b="1">
                <a:solidFill>
                  <a:srgbClr val="63D3BE"/>
                </a:solidFill>
                <a:latin typeface="Arial"/>
                <a:ea typeface="Arial"/>
                <a:cs typeface="Arial"/>
              </a:defRPr>
            </a:lvl4pPr>
            <a:lvl5pPr>
              <a:defRPr sz="2850" b="1">
                <a:solidFill>
                  <a:srgbClr val="63D3BE"/>
                </a:solidFill>
                <a:latin typeface="Arial"/>
                <a:ea typeface="Arial"/>
                <a:cs typeface="Arial"/>
              </a:defRPr>
            </a:lvl5pPr>
            <a:lvl6pPr>
              <a:defRPr sz="2850" b="1">
                <a:solidFill>
                  <a:srgbClr val="63D3BE"/>
                </a:solidFill>
                <a:latin typeface="Arial"/>
                <a:ea typeface="Arial"/>
                <a:cs typeface="Arial"/>
              </a:defRPr>
            </a:lvl6pPr>
            <a:lvl7pPr>
              <a:defRPr sz="2850" b="1">
                <a:solidFill>
                  <a:srgbClr val="63D3BE"/>
                </a:solidFill>
                <a:latin typeface="Arial"/>
                <a:ea typeface="Arial"/>
                <a:cs typeface="Arial"/>
              </a:defRPr>
            </a:lvl7pPr>
            <a:lvl8pPr>
              <a:defRPr sz="2850" b="1">
                <a:solidFill>
                  <a:srgbClr val="63D3BE"/>
                </a:solidFill>
                <a:latin typeface="Arial"/>
                <a:ea typeface="Arial"/>
                <a:cs typeface="Arial"/>
              </a:defRPr>
            </a:lvl8pPr>
            <a:lvl9pPr>
              <a:defRPr sz="2850" b="1">
                <a:solidFill>
                  <a:srgbClr val="63D3BE"/>
                </a:solidFill>
                <a:latin typeface="Arial"/>
                <a:ea typeface="Arial"/>
                <a:cs typeface="Arial"/>
              </a:defRPr>
            </a:lvl9pPr>
          </a:lstStyle>
          <a:p xmlns:a="http://schemas.openxmlformats.org/drawingml/2006/main">
            <a:pPr>
              <a:defRPr sz="2850" b="1">
                <a:solidFill>
                  <a:srgbClr val="63D3BE"/>
                </a:solidFill>
                <a:latin typeface="Arial"/>
                <a:ea typeface="Arial"/>
                <a:cs typeface="Arial"/>
              </a:defRPr>
            </a:pPr>
            <a:r>
              <a:rPr sz="2850" b="1">
                <a:solidFill>
                  <a:srgbClr val="63D3BE"/>
                </a:solidFill>
                <a:latin typeface="Arial"/>
                <a:ea typeface="Arial"/>
                <a:cs typeface="Arial"/>
              </a:rPr>
              <a:t>OSM</a:t>
            </a:r>
          </a:p>
        </p:txBody>
      </p:sp>
      <p:sp>
        <p:nvSpPr>
          <p:cNvPr id="4" name="">
            <a:extLst xmlns:a="http://schemas.openxmlformats.org/drawingml/2006/main">
              <a:ext uri="{FF2B5EF4-FFF2-40B4-BE49-F238E27FC236}">
                <a16:creationId xmlns:a16="http://schemas.microsoft.com/office/drawing/2014/main" id="{66E435E2-401B-4024-BCDD-113F61B81FBC}"/>
              </a:ext>
            </a:extLst>
          </p:cNvPr>
          <p:cNvSpPr>
            <a:spLocks xmlns:a="http://schemas.openxmlformats.org/drawingml/2006/main" noGrp="1"/>
          </p:cNvSpPr>
          <p:nvPr/>
        </p:nvSpPr>
        <p:spPr>
          <a:xfrm xmlns:a="http://schemas.openxmlformats.org/drawingml/2006/main">
            <a:off x="685800" y="2752725"/>
            <a:ext cx="333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1 267 исходных POI</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1 266 доступны поиску</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Снимок с происхождением</a:t>
            </a:r>
          </a:p>
        </p:txBody>
      </p:sp>
      <p:sp>
        <p:nvSpPr>
          <p:cNvPr id="5" name="">
            <a:extLst xmlns:a="http://schemas.openxmlformats.org/drawingml/2006/main">
              <a:ext uri="{FF2B5EF4-FFF2-40B4-BE49-F238E27FC236}">
                <a16:creationId xmlns:a16="http://schemas.microsoft.com/office/drawing/2014/main" id="{473E2A3C-565B-4A41-9338-665D534F8F3B}"/>
              </a:ext>
            </a:extLst>
          </p:cNvPr>
          <p:cNvSpPr>
            <a:spLocks xmlns:a="http://schemas.openxmlformats.org/drawingml/2006/main" noGrp="1"/>
          </p:cNvSpPr>
          <p:nvPr/>
        </p:nvSpPr>
        <p:spPr>
          <a:xfrm xmlns:a="http://schemas.openxmlformats.org/drawingml/2006/main">
            <a:off x="4400550" y="180022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850" b="1">
                <a:solidFill>
                  <a:srgbClr val="63D3BE"/>
                </a:solidFill>
                <a:latin typeface="Arial"/>
                <a:ea typeface="Arial"/>
                <a:cs typeface="Arial"/>
              </a:defRPr>
            </a:defPPr>
            <a:lvl1pPr>
              <a:defRPr sz="2850" b="1">
                <a:solidFill>
                  <a:srgbClr val="63D3BE"/>
                </a:solidFill>
                <a:latin typeface="Arial"/>
                <a:ea typeface="Arial"/>
                <a:cs typeface="Arial"/>
              </a:defRPr>
            </a:lvl1pPr>
            <a:lvl2pPr>
              <a:defRPr sz="2850" b="1">
                <a:solidFill>
                  <a:srgbClr val="63D3BE"/>
                </a:solidFill>
                <a:latin typeface="Arial"/>
                <a:ea typeface="Arial"/>
                <a:cs typeface="Arial"/>
              </a:defRPr>
            </a:lvl2pPr>
            <a:lvl3pPr>
              <a:defRPr sz="2850" b="1">
                <a:solidFill>
                  <a:srgbClr val="63D3BE"/>
                </a:solidFill>
                <a:latin typeface="Arial"/>
                <a:ea typeface="Arial"/>
                <a:cs typeface="Arial"/>
              </a:defRPr>
            </a:lvl3pPr>
            <a:lvl4pPr>
              <a:defRPr sz="2850" b="1">
                <a:solidFill>
                  <a:srgbClr val="63D3BE"/>
                </a:solidFill>
                <a:latin typeface="Arial"/>
                <a:ea typeface="Arial"/>
                <a:cs typeface="Arial"/>
              </a:defRPr>
            </a:lvl4pPr>
            <a:lvl5pPr>
              <a:defRPr sz="2850" b="1">
                <a:solidFill>
                  <a:srgbClr val="63D3BE"/>
                </a:solidFill>
                <a:latin typeface="Arial"/>
                <a:ea typeface="Arial"/>
                <a:cs typeface="Arial"/>
              </a:defRPr>
            </a:lvl5pPr>
            <a:lvl6pPr>
              <a:defRPr sz="2850" b="1">
                <a:solidFill>
                  <a:srgbClr val="63D3BE"/>
                </a:solidFill>
                <a:latin typeface="Arial"/>
                <a:ea typeface="Arial"/>
                <a:cs typeface="Arial"/>
              </a:defRPr>
            </a:lvl6pPr>
            <a:lvl7pPr>
              <a:defRPr sz="2850" b="1">
                <a:solidFill>
                  <a:srgbClr val="63D3BE"/>
                </a:solidFill>
                <a:latin typeface="Arial"/>
                <a:ea typeface="Arial"/>
                <a:cs typeface="Arial"/>
              </a:defRPr>
            </a:lvl7pPr>
            <a:lvl8pPr>
              <a:defRPr sz="2850" b="1">
                <a:solidFill>
                  <a:srgbClr val="63D3BE"/>
                </a:solidFill>
                <a:latin typeface="Arial"/>
                <a:ea typeface="Arial"/>
                <a:cs typeface="Arial"/>
              </a:defRPr>
            </a:lvl8pPr>
            <a:lvl9pPr>
              <a:defRPr sz="2850" b="1">
                <a:solidFill>
                  <a:srgbClr val="63D3BE"/>
                </a:solidFill>
                <a:latin typeface="Arial"/>
                <a:ea typeface="Arial"/>
                <a:cs typeface="Arial"/>
              </a:defRPr>
            </a:lvl9pPr>
          </a:lstStyle>
          <a:p xmlns:a="http://schemas.openxmlformats.org/drawingml/2006/main">
            <a:pPr>
              <a:defRPr sz="2850" b="1">
                <a:solidFill>
                  <a:srgbClr val="63D3BE"/>
                </a:solidFill>
                <a:latin typeface="Arial"/>
                <a:ea typeface="Arial"/>
                <a:cs typeface="Arial"/>
              </a:defRPr>
            </a:pPr>
            <a:r>
              <a:rPr sz="2850" b="1">
                <a:solidFill>
                  <a:srgbClr val="63D3BE"/>
                </a:solidFill>
                <a:latin typeface="Arial"/>
                <a:ea typeface="Arial"/>
                <a:cs typeface="Arial"/>
              </a:rPr>
              <a:t>Google</a:t>
            </a:r>
          </a:p>
        </p:txBody>
      </p:sp>
      <p:sp>
        <p:nvSpPr>
          <p:cNvPr id="6" name="">
            <a:extLst xmlns:a="http://schemas.openxmlformats.org/drawingml/2006/main">
              <a:ext uri="{FF2B5EF4-FFF2-40B4-BE49-F238E27FC236}">
                <a16:creationId xmlns:a16="http://schemas.microsoft.com/office/drawing/2014/main" id="{324EEB61-FFF0-49FF-938E-7DDB026913C4}"/>
              </a:ext>
            </a:extLst>
          </p:cNvPr>
          <p:cNvSpPr>
            <a:spLocks xmlns:a="http://schemas.openxmlformats.org/drawingml/2006/main" noGrp="1"/>
          </p:cNvSpPr>
          <p:nvPr/>
        </p:nvSpPr>
        <p:spPr>
          <a:xfrm xmlns:a="http://schemas.openxmlformats.org/drawingml/2006/main">
            <a:off x="4400550" y="2752725"/>
            <a:ext cx="333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Grounding Lite целиком</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Все обязательные превью</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Направленные WALK-пути</a:t>
            </a:r>
          </a:p>
        </p:txBody>
      </p:sp>
      <p:sp>
        <p:nvSpPr>
          <p:cNvPr id="7" name="">
            <a:extLst xmlns:a="http://schemas.openxmlformats.org/drawingml/2006/main">
              <a:ext uri="{FF2B5EF4-FFF2-40B4-BE49-F238E27FC236}">
                <a16:creationId xmlns:a16="http://schemas.microsoft.com/office/drawing/2014/main" id="{D99C90C9-6FC8-45BC-8731-40F5D9800CED}"/>
              </a:ext>
            </a:extLst>
          </p:cNvPr>
          <p:cNvSpPr>
            <a:spLocks xmlns:a="http://schemas.openxmlformats.org/drawingml/2006/main" noGrp="1"/>
          </p:cNvSpPr>
          <p:nvPr/>
        </p:nvSpPr>
        <p:spPr>
          <a:xfrm xmlns:a="http://schemas.openxmlformats.org/drawingml/2006/main">
            <a:off x="8115300" y="1800225"/>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850" b="1">
                <a:solidFill>
                  <a:srgbClr val="63D3BE"/>
                </a:solidFill>
                <a:latin typeface="Arial"/>
                <a:ea typeface="Arial"/>
                <a:cs typeface="Arial"/>
              </a:defRPr>
            </a:defPPr>
            <a:lvl1pPr>
              <a:defRPr sz="2850" b="1">
                <a:solidFill>
                  <a:srgbClr val="63D3BE"/>
                </a:solidFill>
                <a:latin typeface="Arial"/>
                <a:ea typeface="Arial"/>
                <a:cs typeface="Arial"/>
              </a:defRPr>
            </a:lvl1pPr>
            <a:lvl2pPr>
              <a:defRPr sz="2850" b="1">
                <a:solidFill>
                  <a:srgbClr val="63D3BE"/>
                </a:solidFill>
                <a:latin typeface="Arial"/>
                <a:ea typeface="Arial"/>
                <a:cs typeface="Arial"/>
              </a:defRPr>
            </a:lvl2pPr>
            <a:lvl3pPr>
              <a:defRPr sz="2850" b="1">
                <a:solidFill>
                  <a:srgbClr val="63D3BE"/>
                </a:solidFill>
                <a:latin typeface="Arial"/>
                <a:ea typeface="Arial"/>
                <a:cs typeface="Arial"/>
              </a:defRPr>
            </a:lvl3pPr>
            <a:lvl4pPr>
              <a:defRPr sz="2850" b="1">
                <a:solidFill>
                  <a:srgbClr val="63D3BE"/>
                </a:solidFill>
                <a:latin typeface="Arial"/>
                <a:ea typeface="Arial"/>
                <a:cs typeface="Arial"/>
              </a:defRPr>
            </a:lvl4pPr>
            <a:lvl5pPr>
              <a:defRPr sz="2850" b="1">
                <a:solidFill>
                  <a:srgbClr val="63D3BE"/>
                </a:solidFill>
                <a:latin typeface="Arial"/>
                <a:ea typeface="Arial"/>
                <a:cs typeface="Arial"/>
              </a:defRPr>
            </a:lvl5pPr>
            <a:lvl6pPr>
              <a:defRPr sz="2850" b="1">
                <a:solidFill>
                  <a:srgbClr val="63D3BE"/>
                </a:solidFill>
                <a:latin typeface="Arial"/>
                <a:ea typeface="Arial"/>
                <a:cs typeface="Arial"/>
              </a:defRPr>
            </a:lvl6pPr>
            <a:lvl7pPr>
              <a:defRPr sz="2850" b="1">
                <a:solidFill>
                  <a:srgbClr val="63D3BE"/>
                </a:solidFill>
                <a:latin typeface="Arial"/>
                <a:ea typeface="Arial"/>
                <a:cs typeface="Arial"/>
              </a:defRPr>
            </a:lvl7pPr>
            <a:lvl8pPr>
              <a:defRPr sz="2850" b="1">
                <a:solidFill>
                  <a:srgbClr val="63D3BE"/>
                </a:solidFill>
                <a:latin typeface="Arial"/>
                <a:ea typeface="Arial"/>
                <a:cs typeface="Arial"/>
              </a:defRPr>
            </a:lvl8pPr>
            <a:lvl9pPr>
              <a:defRPr sz="2850" b="1">
                <a:solidFill>
                  <a:srgbClr val="63D3BE"/>
                </a:solidFill>
                <a:latin typeface="Arial"/>
                <a:ea typeface="Arial"/>
                <a:cs typeface="Arial"/>
              </a:defRPr>
            </a:lvl9pPr>
          </a:lstStyle>
          <a:p xmlns:a="http://schemas.openxmlformats.org/drawingml/2006/main">
            <a:pPr>
              <a:defRPr sz="2850" b="1">
                <a:solidFill>
                  <a:srgbClr val="63D3BE"/>
                </a:solidFill>
                <a:latin typeface="Arial"/>
                <a:ea typeface="Arial"/>
                <a:cs typeface="Arial"/>
              </a:defRPr>
            </a:pPr>
            <a:r>
              <a:rPr sz="2850" b="1">
                <a:solidFill>
                  <a:srgbClr val="63D3BE"/>
                </a:solidFill>
                <a:latin typeface="Arial"/>
                <a:ea typeface="Arial"/>
                <a:cs typeface="Arial"/>
              </a:rPr>
              <a:t>2ГИС</a:t>
            </a:r>
          </a:p>
        </p:txBody>
      </p:sp>
      <p:sp>
        <p:nvSpPr>
          <p:cNvPr id="8" name="">
            <a:extLst xmlns:a="http://schemas.openxmlformats.org/drawingml/2006/main">
              <a:ext uri="{FF2B5EF4-FFF2-40B4-BE49-F238E27FC236}">
                <a16:creationId xmlns:a16="http://schemas.microsoft.com/office/drawing/2014/main" id="{F4E95AE0-0884-4B02-BBA5-FF018E39A902}"/>
              </a:ext>
            </a:extLst>
          </p:cNvPr>
          <p:cNvSpPr>
            <a:spLocks xmlns:a="http://schemas.openxmlformats.org/drawingml/2006/main" noGrp="1"/>
          </p:cNvSpPr>
          <p:nvPr/>
        </p:nvSpPr>
        <p:spPr>
          <a:xfrm xmlns:a="http://schemas.openxmlformats.org/drawingml/2006/main">
            <a:off x="8115300" y="2752725"/>
            <a:ext cx="33337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До 10 карточек за поиск</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Тип из реальной рубрики</a:t>
            </a:r>
          </a:p>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Без подмены названием</a:t>
            </a:r>
          </a:p>
        </p:txBody>
      </p:sp>
      <p:sp>
        <p:nvSpPr>
          <p:cNvPr id="9" name="">
            <a:extLst xmlns:a="http://schemas.openxmlformats.org/drawingml/2006/main">
              <a:ext uri="{FF2B5EF4-FFF2-40B4-BE49-F238E27FC236}">
                <a16:creationId xmlns:a16="http://schemas.microsoft.com/office/drawing/2014/main" id="{D9C5183D-841A-4DD5-8686-3A1F42AFB609}"/>
              </a:ext>
            </a:extLst>
          </p:cNvPr>
          <p:cNvSpPr>
            <a:spLocks xmlns:a="http://schemas.openxmlformats.org/drawingml/2006/main" noGrp="1"/>
          </p:cNvSpPr>
          <p:nvPr/>
        </p:nvSpPr>
        <p:spPr>
          <a:xfrm xmlns:a="http://schemas.openxmlformats.org/drawingml/2006/main">
            <a:off x="685800" y="48196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4F0E5"/>
                </a:solidFill>
                <a:latin typeface="Arial"/>
                <a:ea typeface="Arial"/>
                <a:cs typeface="Arial"/>
              </a:defRPr>
            </a:defPPr>
            <a:lvl1pPr>
              <a:defRPr sz="2550" b="1">
                <a:solidFill>
                  <a:srgbClr val="F4F0E5"/>
                </a:solidFill>
                <a:latin typeface="Arial"/>
                <a:ea typeface="Arial"/>
                <a:cs typeface="Arial"/>
              </a:defRPr>
            </a:lvl1pPr>
            <a:lvl2pPr>
              <a:defRPr sz="2550" b="1">
                <a:solidFill>
                  <a:srgbClr val="F4F0E5"/>
                </a:solidFill>
                <a:latin typeface="Arial"/>
                <a:ea typeface="Arial"/>
                <a:cs typeface="Arial"/>
              </a:defRPr>
            </a:lvl2pPr>
            <a:lvl3pPr>
              <a:defRPr sz="2550" b="1">
                <a:solidFill>
                  <a:srgbClr val="F4F0E5"/>
                </a:solidFill>
                <a:latin typeface="Arial"/>
                <a:ea typeface="Arial"/>
                <a:cs typeface="Arial"/>
              </a:defRPr>
            </a:lvl3pPr>
            <a:lvl4pPr>
              <a:defRPr sz="2550" b="1">
                <a:solidFill>
                  <a:srgbClr val="F4F0E5"/>
                </a:solidFill>
                <a:latin typeface="Arial"/>
                <a:ea typeface="Arial"/>
                <a:cs typeface="Arial"/>
              </a:defRPr>
            </a:lvl4pPr>
            <a:lvl5pPr>
              <a:defRPr sz="2550" b="1">
                <a:solidFill>
                  <a:srgbClr val="F4F0E5"/>
                </a:solidFill>
                <a:latin typeface="Arial"/>
                <a:ea typeface="Arial"/>
                <a:cs typeface="Arial"/>
              </a:defRPr>
            </a:lvl5pPr>
            <a:lvl6pPr>
              <a:defRPr sz="2550" b="1">
                <a:solidFill>
                  <a:srgbClr val="F4F0E5"/>
                </a:solidFill>
                <a:latin typeface="Arial"/>
                <a:ea typeface="Arial"/>
                <a:cs typeface="Arial"/>
              </a:defRPr>
            </a:lvl6pPr>
            <a:lvl7pPr>
              <a:defRPr sz="2550" b="1">
                <a:solidFill>
                  <a:srgbClr val="F4F0E5"/>
                </a:solidFill>
                <a:latin typeface="Arial"/>
                <a:ea typeface="Arial"/>
                <a:cs typeface="Arial"/>
              </a:defRPr>
            </a:lvl7pPr>
            <a:lvl8pPr>
              <a:defRPr sz="2550" b="1">
                <a:solidFill>
                  <a:srgbClr val="F4F0E5"/>
                </a:solidFill>
                <a:latin typeface="Arial"/>
                <a:ea typeface="Arial"/>
                <a:cs typeface="Arial"/>
              </a:defRPr>
            </a:lvl8pPr>
            <a:lvl9pPr>
              <a:defRPr sz="2550" b="1">
                <a:solidFill>
                  <a:srgbClr val="F4F0E5"/>
                </a:solidFill>
                <a:latin typeface="Arial"/>
                <a:ea typeface="Arial"/>
                <a:cs typeface="Arial"/>
              </a:defRPr>
            </a:lvl9pPr>
          </a:lstStyle>
          <a:p xmlns:a="http://schemas.openxmlformats.org/drawingml/2006/main">
            <a:pPr>
              <a:defRPr sz="2550" b="1">
                <a:solidFill>
                  <a:srgbClr val="F4F0E5"/>
                </a:solidFill>
                <a:latin typeface="Arial"/>
                <a:ea typeface="Arial"/>
                <a:cs typeface="Arial"/>
              </a:defRPr>
            </a:pPr>
            <a:r>
              <a:rPr sz="2550" b="1">
                <a:solidFill>
                  <a:srgbClr val="F4F0E5"/>
                </a:solidFill>
                <a:latin typeface="Arial"/>
                <a:ea typeface="Arial"/>
                <a:cs typeface="Arial"/>
              </a:rPr>
              <a:t>Локальная Qwen объясняет найденные публичные факты</a:t>
            </a:r>
          </a:p>
        </p:txBody>
      </p:sp>
      <p:sp>
        <p:nvSpPr>
          <p:cNvPr id="10" name="">
            <a:extLst xmlns:a="http://schemas.openxmlformats.org/drawingml/2006/main">
              <a:ext uri="{FF2B5EF4-FFF2-40B4-BE49-F238E27FC236}">
                <a16:creationId xmlns:a16="http://schemas.microsoft.com/office/drawing/2014/main" id="{1C94323F-3A35-4AEA-B4B7-4B7295AA6778}"/>
              </a:ext>
            </a:extLst>
          </p:cNvPr>
          <p:cNvSpPr>
            <a:spLocks xmlns:a="http://schemas.openxmlformats.org/drawingml/2006/main" noGrp="1"/>
          </p:cNvSpPr>
          <p:nvPr/>
        </p:nvSpPr>
        <p:spPr>
          <a:xfrm xmlns:a="http://schemas.openxmlformats.org/drawingml/2006/main">
            <a:off x="685800" y="5581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AEC8C0"/>
                </a:solidFill>
                <a:latin typeface="Arial"/>
                <a:ea typeface="Arial"/>
                <a:cs typeface="Arial"/>
              </a:defRPr>
            </a:defPPr>
            <a:lvl1pPr>
              <a:defRPr sz="1800" b="0">
                <a:solidFill>
                  <a:srgbClr val="AEC8C0"/>
                </a:solidFill>
                <a:latin typeface="Arial"/>
                <a:ea typeface="Arial"/>
                <a:cs typeface="Arial"/>
              </a:defRPr>
            </a:lvl1pPr>
            <a:lvl2pPr>
              <a:defRPr sz="1800" b="0">
                <a:solidFill>
                  <a:srgbClr val="AEC8C0"/>
                </a:solidFill>
                <a:latin typeface="Arial"/>
                <a:ea typeface="Arial"/>
                <a:cs typeface="Arial"/>
              </a:defRPr>
            </a:lvl2pPr>
            <a:lvl3pPr>
              <a:defRPr sz="1800" b="0">
                <a:solidFill>
                  <a:srgbClr val="AEC8C0"/>
                </a:solidFill>
                <a:latin typeface="Arial"/>
                <a:ea typeface="Arial"/>
                <a:cs typeface="Arial"/>
              </a:defRPr>
            </a:lvl3pPr>
            <a:lvl4pPr>
              <a:defRPr sz="1800" b="0">
                <a:solidFill>
                  <a:srgbClr val="AEC8C0"/>
                </a:solidFill>
                <a:latin typeface="Arial"/>
                <a:ea typeface="Arial"/>
                <a:cs typeface="Arial"/>
              </a:defRPr>
            </a:lvl4pPr>
            <a:lvl5pPr>
              <a:defRPr sz="1800" b="0">
                <a:solidFill>
                  <a:srgbClr val="AEC8C0"/>
                </a:solidFill>
                <a:latin typeface="Arial"/>
                <a:ea typeface="Arial"/>
                <a:cs typeface="Arial"/>
              </a:defRPr>
            </a:lvl5pPr>
            <a:lvl6pPr>
              <a:defRPr sz="1800" b="0">
                <a:solidFill>
                  <a:srgbClr val="AEC8C0"/>
                </a:solidFill>
                <a:latin typeface="Arial"/>
                <a:ea typeface="Arial"/>
                <a:cs typeface="Arial"/>
              </a:defRPr>
            </a:lvl6pPr>
            <a:lvl7pPr>
              <a:defRPr sz="1800" b="0">
                <a:solidFill>
                  <a:srgbClr val="AEC8C0"/>
                </a:solidFill>
                <a:latin typeface="Arial"/>
                <a:ea typeface="Arial"/>
                <a:cs typeface="Arial"/>
              </a:defRPr>
            </a:lvl7pPr>
            <a:lvl8pPr>
              <a:defRPr sz="1800" b="0">
                <a:solidFill>
                  <a:srgbClr val="AEC8C0"/>
                </a:solidFill>
                <a:latin typeface="Arial"/>
                <a:ea typeface="Arial"/>
                <a:cs typeface="Arial"/>
              </a:defRPr>
            </a:lvl8pPr>
            <a:lvl9pPr>
              <a:defRPr sz="1800" b="0">
                <a:solidFill>
                  <a:srgbClr val="AEC8C0"/>
                </a:solidFill>
                <a:latin typeface="Arial"/>
                <a:ea typeface="Arial"/>
                <a:cs typeface="Arial"/>
              </a:defRPr>
            </a:lvl9pPr>
          </a:lstStyle>
          <a:p xmlns:a="http://schemas.openxmlformats.org/drawingml/2006/main">
            <a:pPr>
              <a:defRPr sz="1800" b="0">
                <a:solidFill>
                  <a:srgbClr val="AEC8C0"/>
                </a:solidFill>
                <a:latin typeface="Arial"/>
                <a:ea typeface="Arial"/>
                <a:cs typeface="Arial"/>
              </a:defRPr>
            </a:pPr>
            <a:r>
              <a:rPr sz="1800" b="0">
                <a:solidFill>
                  <a:srgbClr val="AEC8C0"/>
                </a:solidFill>
                <a:latin typeface="Arial"/>
                <a:ea typeface="Arial"/>
                <a:cs typeface="Arial"/>
              </a:rPr>
              <a:t>Qwen3-4B-Instruct-2507 Q4_K_M · llama.cpp b11739 · CPU</a:t>
            </a:r>
          </a:p>
        </p:txBody>
      </p:sp>
    </p:spTree>
    <p:extLst>
      <p:ext uri="{BB962C8B-B14F-4D97-AF65-F5344CB8AC3E}">
        <p14:creationId xmlns:p14="http://schemas.microsoft.com/office/powerpoint/2010/main" val="1395537944"/>
      </p:ext>
    </p:extLst>
  </p:cSld>
</p:sld>
</file>

<file path=ppt/slides/slide5.xml><?xml version="1.0" encoding="utf-8"?>
<p:sld xmlns:p="http://schemas.openxmlformats.org/presentationml/2006/main">
  <p:cSld>
    <p:bg>
      <p:bgPr>
        <a:solidFill xmlns:a="http://schemas.openxmlformats.org/drawingml/2006/main">
          <a:srgbClr val="F4F0E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9CFD889-9068-46B5-A542-28A0C220D914}"/>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123C3B"/>
                </a:solidFill>
                <a:latin typeface="Arial"/>
                <a:ea typeface="Arial"/>
                <a:cs typeface="Arial"/>
              </a:defRPr>
            </a:defPPr>
            <a:lvl1pPr>
              <a:defRPr sz="3525" b="1">
                <a:solidFill>
                  <a:srgbClr val="123C3B"/>
                </a:solidFill>
                <a:latin typeface="Arial"/>
                <a:ea typeface="Arial"/>
                <a:cs typeface="Arial"/>
              </a:defRPr>
            </a:lvl1pPr>
            <a:lvl2pPr>
              <a:defRPr sz="3525" b="1">
                <a:solidFill>
                  <a:srgbClr val="123C3B"/>
                </a:solidFill>
                <a:latin typeface="Arial"/>
                <a:ea typeface="Arial"/>
                <a:cs typeface="Arial"/>
              </a:defRPr>
            </a:lvl2pPr>
            <a:lvl3pPr>
              <a:defRPr sz="3525" b="1">
                <a:solidFill>
                  <a:srgbClr val="123C3B"/>
                </a:solidFill>
                <a:latin typeface="Arial"/>
                <a:ea typeface="Arial"/>
                <a:cs typeface="Arial"/>
              </a:defRPr>
            </a:lvl3pPr>
            <a:lvl4pPr>
              <a:defRPr sz="3525" b="1">
                <a:solidFill>
                  <a:srgbClr val="123C3B"/>
                </a:solidFill>
                <a:latin typeface="Arial"/>
                <a:ea typeface="Arial"/>
                <a:cs typeface="Arial"/>
              </a:defRPr>
            </a:lvl4pPr>
            <a:lvl5pPr>
              <a:defRPr sz="3525" b="1">
                <a:solidFill>
                  <a:srgbClr val="123C3B"/>
                </a:solidFill>
                <a:latin typeface="Arial"/>
                <a:ea typeface="Arial"/>
                <a:cs typeface="Arial"/>
              </a:defRPr>
            </a:lvl5pPr>
            <a:lvl6pPr>
              <a:defRPr sz="3525" b="1">
                <a:solidFill>
                  <a:srgbClr val="123C3B"/>
                </a:solidFill>
                <a:latin typeface="Arial"/>
                <a:ea typeface="Arial"/>
                <a:cs typeface="Arial"/>
              </a:defRPr>
            </a:lvl6pPr>
            <a:lvl7pPr>
              <a:defRPr sz="3525" b="1">
                <a:solidFill>
                  <a:srgbClr val="123C3B"/>
                </a:solidFill>
                <a:latin typeface="Arial"/>
                <a:ea typeface="Arial"/>
                <a:cs typeface="Arial"/>
              </a:defRPr>
            </a:lvl7pPr>
            <a:lvl8pPr>
              <a:defRPr sz="3525" b="1">
                <a:solidFill>
                  <a:srgbClr val="123C3B"/>
                </a:solidFill>
                <a:latin typeface="Arial"/>
                <a:ea typeface="Arial"/>
                <a:cs typeface="Arial"/>
              </a:defRPr>
            </a:lvl8pPr>
            <a:lvl9pPr>
              <a:defRPr sz="3525" b="1">
                <a:solidFill>
                  <a:srgbClr val="123C3B"/>
                </a:solidFill>
                <a:latin typeface="Arial"/>
                <a:ea typeface="Arial"/>
                <a:cs typeface="Arial"/>
              </a:defRPr>
            </a:lvl9pPr>
          </a:lstStyle>
          <a:p xmlns:a="http://schemas.openxmlformats.org/drawingml/2006/main">
            <a:pPr>
              <a:defRPr sz="3525" b="1">
                <a:solidFill>
                  <a:srgbClr val="123C3B"/>
                </a:solidFill>
                <a:latin typeface="Arial"/>
                <a:ea typeface="Arial"/>
                <a:cs typeface="Arial"/>
              </a:defRPr>
            </a:pPr>
            <a:r>
              <a:rPr sz="3525" b="1">
                <a:solidFill>
                  <a:srgbClr val="123C3B"/>
                </a:solidFill>
                <a:latin typeface="Arial"/>
                <a:ea typeface="Arial"/>
                <a:cs typeface="Arial"/>
              </a:rPr>
              <a:t>Бюджет включает дорогу обратно</a:t>
            </a:r>
          </a:p>
        </p:txBody>
      </p:sp>
      <p:sp>
        <p:nvSpPr>
          <p:cNvPr id="2" name="">
            <a:extLst xmlns:a="http://schemas.openxmlformats.org/drawingml/2006/main">
              <a:ext uri="{FF2B5EF4-FFF2-40B4-BE49-F238E27FC236}">
                <a16:creationId xmlns:a16="http://schemas.microsoft.com/office/drawing/2014/main" id="{9B1AAD47-50D6-465A-8761-AB9F053F7ACC}"/>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5716A"/>
                </a:solidFill>
                <a:latin typeface="Arial"/>
                <a:ea typeface="Arial"/>
                <a:cs typeface="Arial"/>
              </a:defRPr>
            </a:defPPr>
            <a:lvl1pPr>
              <a:defRPr sz="1350" b="0">
                <a:solidFill>
                  <a:srgbClr val="55716A"/>
                </a:solidFill>
                <a:latin typeface="Arial"/>
                <a:ea typeface="Arial"/>
                <a:cs typeface="Arial"/>
              </a:defRPr>
            </a:lvl1pPr>
            <a:lvl2pPr>
              <a:defRPr sz="1350" b="0">
                <a:solidFill>
                  <a:srgbClr val="55716A"/>
                </a:solidFill>
                <a:latin typeface="Arial"/>
                <a:ea typeface="Arial"/>
                <a:cs typeface="Arial"/>
              </a:defRPr>
            </a:lvl2pPr>
            <a:lvl3pPr>
              <a:defRPr sz="1350" b="0">
                <a:solidFill>
                  <a:srgbClr val="55716A"/>
                </a:solidFill>
                <a:latin typeface="Arial"/>
                <a:ea typeface="Arial"/>
                <a:cs typeface="Arial"/>
              </a:defRPr>
            </a:lvl3pPr>
            <a:lvl4pPr>
              <a:defRPr sz="1350" b="0">
                <a:solidFill>
                  <a:srgbClr val="55716A"/>
                </a:solidFill>
                <a:latin typeface="Arial"/>
                <a:ea typeface="Arial"/>
                <a:cs typeface="Arial"/>
              </a:defRPr>
            </a:lvl4pPr>
            <a:lvl5pPr>
              <a:defRPr sz="1350" b="0">
                <a:solidFill>
                  <a:srgbClr val="55716A"/>
                </a:solidFill>
                <a:latin typeface="Arial"/>
                <a:ea typeface="Arial"/>
                <a:cs typeface="Arial"/>
              </a:defRPr>
            </a:lvl5pPr>
            <a:lvl6pPr>
              <a:defRPr sz="1350" b="0">
                <a:solidFill>
                  <a:srgbClr val="55716A"/>
                </a:solidFill>
                <a:latin typeface="Arial"/>
                <a:ea typeface="Arial"/>
                <a:cs typeface="Arial"/>
              </a:defRPr>
            </a:lvl6pPr>
            <a:lvl7pPr>
              <a:defRPr sz="1350" b="0">
                <a:solidFill>
                  <a:srgbClr val="55716A"/>
                </a:solidFill>
                <a:latin typeface="Arial"/>
                <a:ea typeface="Arial"/>
                <a:cs typeface="Arial"/>
              </a:defRPr>
            </a:lvl7pPr>
            <a:lvl8pPr>
              <a:defRPr sz="1350" b="0">
                <a:solidFill>
                  <a:srgbClr val="55716A"/>
                </a:solidFill>
                <a:latin typeface="Arial"/>
                <a:ea typeface="Arial"/>
                <a:cs typeface="Arial"/>
              </a:defRPr>
            </a:lvl8pPr>
            <a:lvl9pPr>
              <a:defRPr sz="1350" b="0">
                <a:solidFill>
                  <a:srgbClr val="55716A"/>
                </a:solidFill>
                <a:latin typeface="Arial"/>
                <a:ea typeface="Arial"/>
                <a:cs typeface="Arial"/>
              </a:defRPr>
            </a:lvl9pPr>
          </a:lstStyle>
          <a:p xmlns:a="http://schemas.openxmlformats.org/drawingml/2006/main">
            <a:pPr>
              <a:defRPr sz="1350" b="0">
                <a:solidFill>
                  <a:srgbClr val="55716A"/>
                </a:solidFill>
                <a:latin typeface="Arial"/>
                <a:ea typeface="Arial"/>
                <a:cs typeface="Arial"/>
              </a:defRPr>
            </a:pPr>
            <a:r>
              <a:rPr sz="1350" b="0">
                <a:solidFill>
                  <a:srgbClr val="55716A"/>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4069F5A6-1585-4991-B973-6793FA1F5D32}"/>
              </a:ext>
            </a:extLst>
          </p:cNvPr>
          <p:cNvSpPr>
            <a:spLocks xmlns:a="http://schemas.openxmlformats.org/drawingml/2006/main" noGrp="1"/>
          </p:cNvSpPr>
          <p:nvPr/>
        </p:nvSpPr>
        <p:spPr>
          <a:xfrm xmlns:a="http://schemas.openxmlformats.org/drawingml/2006/main">
            <a:off x="685800" y="161925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250" b="1">
                <a:solidFill>
                  <a:srgbClr val="123C3B"/>
                </a:solidFill>
                <a:latin typeface="Arial"/>
                <a:ea typeface="Arial"/>
                <a:cs typeface="Arial"/>
              </a:defRPr>
            </a:defPPr>
            <a:lvl1pPr>
              <a:defRPr sz="5250" b="1">
                <a:solidFill>
                  <a:srgbClr val="123C3B"/>
                </a:solidFill>
                <a:latin typeface="Arial"/>
                <a:ea typeface="Arial"/>
                <a:cs typeface="Arial"/>
              </a:defRPr>
            </a:lvl1pPr>
            <a:lvl2pPr>
              <a:defRPr sz="5250" b="1">
                <a:solidFill>
                  <a:srgbClr val="123C3B"/>
                </a:solidFill>
                <a:latin typeface="Arial"/>
                <a:ea typeface="Arial"/>
                <a:cs typeface="Arial"/>
              </a:defRPr>
            </a:lvl2pPr>
            <a:lvl3pPr>
              <a:defRPr sz="5250" b="1">
                <a:solidFill>
                  <a:srgbClr val="123C3B"/>
                </a:solidFill>
                <a:latin typeface="Arial"/>
                <a:ea typeface="Arial"/>
                <a:cs typeface="Arial"/>
              </a:defRPr>
            </a:lvl3pPr>
            <a:lvl4pPr>
              <a:defRPr sz="5250" b="1">
                <a:solidFill>
                  <a:srgbClr val="123C3B"/>
                </a:solidFill>
                <a:latin typeface="Arial"/>
                <a:ea typeface="Arial"/>
                <a:cs typeface="Arial"/>
              </a:defRPr>
            </a:lvl4pPr>
            <a:lvl5pPr>
              <a:defRPr sz="5250" b="1">
                <a:solidFill>
                  <a:srgbClr val="123C3B"/>
                </a:solidFill>
                <a:latin typeface="Arial"/>
                <a:ea typeface="Arial"/>
                <a:cs typeface="Arial"/>
              </a:defRPr>
            </a:lvl5pPr>
            <a:lvl6pPr>
              <a:defRPr sz="5250" b="1">
                <a:solidFill>
                  <a:srgbClr val="123C3B"/>
                </a:solidFill>
                <a:latin typeface="Arial"/>
                <a:ea typeface="Arial"/>
                <a:cs typeface="Arial"/>
              </a:defRPr>
            </a:lvl6pPr>
            <a:lvl7pPr>
              <a:defRPr sz="5250" b="1">
                <a:solidFill>
                  <a:srgbClr val="123C3B"/>
                </a:solidFill>
                <a:latin typeface="Arial"/>
                <a:ea typeface="Arial"/>
                <a:cs typeface="Arial"/>
              </a:defRPr>
            </a:lvl7pPr>
            <a:lvl8pPr>
              <a:defRPr sz="5250" b="1">
                <a:solidFill>
                  <a:srgbClr val="123C3B"/>
                </a:solidFill>
                <a:latin typeface="Arial"/>
                <a:ea typeface="Arial"/>
                <a:cs typeface="Arial"/>
              </a:defRPr>
            </a:lvl8pPr>
            <a:lvl9pPr>
              <a:defRPr sz="5250" b="1">
                <a:solidFill>
                  <a:srgbClr val="123C3B"/>
                </a:solidFill>
                <a:latin typeface="Arial"/>
                <a:ea typeface="Arial"/>
                <a:cs typeface="Arial"/>
              </a:defRPr>
            </a:lvl9pPr>
          </a:lstStyle>
          <a:p xmlns:a="http://schemas.openxmlformats.org/drawingml/2006/main">
            <a:pPr>
              <a:defRPr sz="5250" b="1">
                <a:solidFill>
                  <a:srgbClr val="123C3B"/>
                </a:solidFill>
                <a:latin typeface="Arial"/>
                <a:ea typeface="Arial"/>
                <a:cs typeface="Arial"/>
              </a:defRPr>
            </a:pPr>
            <a:r>
              <a:rPr sz="5250" b="1">
                <a:solidFill>
                  <a:srgbClr val="123C3B"/>
                </a:solidFill>
                <a:latin typeface="Arial"/>
                <a:ea typeface="Arial"/>
                <a:cs typeface="Arial"/>
              </a:rPr>
              <a:t>120 минут</a:t>
            </a:r>
          </a:p>
        </p:txBody>
      </p:sp>
      <p:sp>
        <p:nvSpPr>
          <p:cNvPr id="4" name="">
            <a:extLst xmlns:a="http://schemas.openxmlformats.org/drawingml/2006/main">
              <a:ext uri="{FF2B5EF4-FFF2-40B4-BE49-F238E27FC236}">
                <a16:creationId xmlns:a16="http://schemas.microsoft.com/office/drawing/2014/main" id="{43FD1351-C4AD-473B-8012-8FC7ED486986}"/>
              </a:ext>
            </a:extLst>
          </p:cNvPr>
          <p:cNvSpPr>
            <a:spLocks xmlns:a="http://schemas.openxmlformats.org/drawingml/2006/main" noGrp="1"/>
          </p:cNvSpPr>
          <p:nvPr/>
        </p:nvSpPr>
        <p:spPr>
          <a:xfrm xmlns:a="http://schemas.openxmlformats.org/drawingml/2006/main">
            <a:off x="714375" y="262890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55716A"/>
                </a:solidFill>
                <a:latin typeface="Arial"/>
                <a:ea typeface="Arial"/>
                <a:cs typeface="Arial"/>
              </a:defRPr>
            </a:defPPr>
            <a:lvl1pPr>
              <a:defRPr sz="2325" b="0">
                <a:solidFill>
                  <a:srgbClr val="55716A"/>
                </a:solidFill>
                <a:latin typeface="Arial"/>
                <a:ea typeface="Arial"/>
                <a:cs typeface="Arial"/>
              </a:defRPr>
            </a:lvl1pPr>
            <a:lvl2pPr>
              <a:defRPr sz="2325" b="0">
                <a:solidFill>
                  <a:srgbClr val="55716A"/>
                </a:solidFill>
                <a:latin typeface="Arial"/>
                <a:ea typeface="Arial"/>
                <a:cs typeface="Arial"/>
              </a:defRPr>
            </a:lvl2pPr>
            <a:lvl3pPr>
              <a:defRPr sz="2325" b="0">
                <a:solidFill>
                  <a:srgbClr val="55716A"/>
                </a:solidFill>
                <a:latin typeface="Arial"/>
                <a:ea typeface="Arial"/>
                <a:cs typeface="Arial"/>
              </a:defRPr>
            </a:lvl3pPr>
            <a:lvl4pPr>
              <a:defRPr sz="2325" b="0">
                <a:solidFill>
                  <a:srgbClr val="55716A"/>
                </a:solidFill>
                <a:latin typeface="Arial"/>
                <a:ea typeface="Arial"/>
                <a:cs typeface="Arial"/>
              </a:defRPr>
            </a:lvl4pPr>
            <a:lvl5pPr>
              <a:defRPr sz="2325" b="0">
                <a:solidFill>
                  <a:srgbClr val="55716A"/>
                </a:solidFill>
                <a:latin typeface="Arial"/>
                <a:ea typeface="Arial"/>
                <a:cs typeface="Arial"/>
              </a:defRPr>
            </a:lvl5pPr>
            <a:lvl6pPr>
              <a:defRPr sz="2325" b="0">
                <a:solidFill>
                  <a:srgbClr val="55716A"/>
                </a:solidFill>
                <a:latin typeface="Arial"/>
                <a:ea typeface="Arial"/>
                <a:cs typeface="Arial"/>
              </a:defRPr>
            </a:lvl6pPr>
            <a:lvl7pPr>
              <a:defRPr sz="2325" b="0">
                <a:solidFill>
                  <a:srgbClr val="55716A"/>
                </a:solidFill>
                <a:latin typeface="Arial"/>
                <a:ea typeface="Arial"/>
                <a:cs typeface="Arial"/>
              </a:defRPr>
            </a:lvl7pPr>
            <a:lvl8pPr>
              <a:defRPr sz="2325" b="0">
                <a:solidFill>
                  <a:srgbClr val="55716A"/>
                </a:solidFill>
                <a:latin typeface="Arial"/>
                <a:ea typeface="Arial"/>
                <a:cs typeface="Arial"/>
              </a:defRPr>
            </a:lvl8pPr>
            <a:lvl9pPr>
              <a:defRPr sz="2325" b="0">
                <a:solidFill>
                  <a:srgbClr val="55716A"/>
                </a:solidFill>
                <a:latin typeface="Arial"/>
                <a:ea typeface="Arial"/>
                <a:cs typeface="Arial"/>
              </a:defRPr>
            </a:lvl9pPr>
          </a:lstStyle>
          <a:p xmlns:a="http://schemas.openxmlformats.org/drawingml/2006/main">
            <a:pPr>
              <a:defRPr sz="2325" b="0">
                <a:solidFill>
                  <a:srgbClr val="55716A"/>
                </a:solidFill>
                <a:latin typeface="Arial"/>
                <a:ea typeface="Arial"/>
                <a:cs typeface="Arial"/>
              </a:defRPr>
            </a:pPr>
            <a:r>
              <a:rPr sz="2325" b="0">
                <a:solidFill>
                  <a:srgbClr val="55716A"/>
                </a:solidFill>
                <a:latin typeface="Arial"/>
                <a:ea typeface="Arial"/>
                <a:cs typeface="Arial"/>
              </a:rPr>
              <a:t>Один клуб · фактический принятый пример</a:t>
            </a:r>
          </a:p>
        </p:txBody>
      </p:sp>
      <p:graphicFrame>
        <p:nvGraphicFramePr>
          <p:cNvPr id="5" name="">
            <a:extLst xmlns:a="http://schemas.openxmlformats.org/drawingml/2006/main">
              <a:ext uri="{FF2B5EF4-FFF2-40B4-BE49-F238E27FC236}">
                <a16:creationId xmlns:a16="http://schemas.microsoft.com/office/drawing/2014/main" id="{C7B931F5-7C75-48FB-8B10-4C8C7A2AA5DA}"/>
              </a:ext>
            </a:extLst>
          </p:cNvPr>
          <p:cNvGraphicFramePr/>
          <p:nvPr/>
        </p:nvGraphicFramePr>
        <p:xfrm>
          <a:off xmlns:a="http://schemas.openxmlformats.org/drawingml/2006/main" x="685800" y="3371850"/>
          <a:ext xmlns:a="http://schemas.openxmlformats.org/drawingml/2006/main" cx="10820400" cy="2133600"/>
        </p:xfrm>
        <a:graphic xmlns:a="http://schemas.openxmlformats.org/drawingml/2006/main">
          <a:graphicData uri="http://schemas.openxmlformats.org/drawingml/2006/table">
            <a:tbl>
              <a:tblPr firstRow="0" bandRow="0"/>
              <a:tblGrid>
                <a:gridCol w="7620000"/>
                <a:gridCol w="3200400"/>
              </a:tblGrid>
              <a:tr h="533400">
                <a:tc>
                  <a:txBody>
                    <a:bodyPr lIns="0" tIns="0" rIns="0" bIns="0"/>
                    <a:lstStyle/>
                    <a:p>
                      <a:r>
                        <a:rPr sz="2175" b="0">
                          <a:solidFill>
                            <a:srgbClr val="123C3B"/>
                          </a:solidFill>
                          <a:latin typeface="Arial"/>
                          <a:ea typeface="Arial"/>
                          <a:cs typeface="Arial"/>
                        </a:rPr>
                        <a:t>Путь туда и обратно</a:t>
                      </a:r>
                    </a:p>
                  </a:txBody>
                  <a:tcPr marL="91440" marR="91440" marT="45720" marB="45720" anchor="ctr">
                    <a:lnL w="0">
                      <a:solidFill>
                        <a:srgbClr val="F4F0E5"/>
                      </a:solidFill>
                      <a:prstDash val="solid"/>
                    </a:lnL>
                    <a:lnR w="0">
                      <a:solidFill>
                        <a:srgbClr val="F4F0E5"/>
                      </a:solidFill>
                      <a:prstDash val="solid"/>
                    </a:lnR>
                    <a:lnT w="0">
                      <a:solidFill>
                        <a:srgbClr val="F4F0E5"/>
                      </a:solidFill>
                      <a:prstDash val="solid"/>
                    </a:lnT>
                    <a:lnB w="0">
                      <a:solidFill>
                        <a:srgbClr val="F4F0E5"/>
                      </a:solidFill>
                      <a:prstDash val="solid"/>
                    </a:lnB>
                    <a:solidFill>
                      <a:srgbClr val="F4F0E5"/>
                    </a:solidFill>
                  </a:tcPr>
                </a:tc>
                <a:tc>
                  <a:txBody>
                    <a:bodyPr lIns="0" tIns="0" rIns="0" bIns="0"/>
                    <a:lstStyle/>
                    <a:p>
                      <a:r>
                        <a:rPr sz="2175" b="0">
                          <a:solidFill>
                            <a:srgbClr val="123C3B"/>
                          </a:solidFill>
                          <a:latin typeface="Arial"/>
                          <a:ea typeface="Arial"/>
                          <a:cs typeface="Arial"/>
                        </a:rPr>
                        <a:t>18 мин</a:t>
                      </a:r>
                    </a:p>
                  </a:txBody>
                  <a:tcPr marL="91440" marR="91440" marT="45720" marB="45720" anchor="ctr">
                    <a:lnR w="0">
                      <a:solidFill>
                        <a:srgbClr val="F4F0E5"/>
                      </a:solidFill>
                      <a:prstDash val="solid"/>
                    </a:lnR>
                    <a:lnT w="0">
                      <a:solidFill>
                        <a:srgbClr val="F4F0E5"/>
                      </a:solidFill>
                      <a:prstDash val="solid"/>
                    </a:lnT>
                    <a:lnB w="0">
                      <a:solidFill>
                        <a:srgbClr val="F4F0E5"/>
                      </a:solidFill>
                      <a:prstDash val="solid"/>
                    </a:lnB>
                    <a:solidFill>
                      <a:srgbClr val="F4F0E5"/>
                    </a:solidFill>
                  </a:tcPr>
                </a:tc>
              </a:tr>
              <a:tr h="533400">
                <a:tc>
                  <a:txBody>
                    <a:bodyPr lIns="0" tIns="0" rIns="0" bIns="0"/>
                    <a:lstStyle/>
                    <a:p>
                      <a:r>
                        <a:rPr sz="2175" b="0">
                          <a:solidFill>
                            <a:srgbClr val="123C3B"/>
                          </a:solidFill>
                          <a:latin typeface="Arial"/>
                          <a:ea typeface="Arial"/>
                          <a:cs typeface="Arial"/>
                        </a:rPr>
                        <a:t>Предложенное посещение</a:t>
                      </a:r>
                    </a:p>
                  </a:txBody>
                  <a:tcPr marL="91440" marR="91440" marT="45720" marB="45720" anchor="ctr">
                    <a:lnL w="0">
                      <a:solidFill>
                        <a:srgbClr val="F4F0E5"/>
                      </a:solidFill>
                      <a:prstDash val="solid"/>
                    </a:lnL>
                    <a:lnR w="0">
                      <a:solidFill>
                        <a:srgbClr val="F4F0E5"/>
                      </a:solidFill>
                      <a:prstDash val="solid"/>
                    </a:lnR>
                    <a:lnB w="0">
                      <a:solidFill>
                        <a:srgbClr val="F4F0E5"/>
                      </a:solidFill>
                      <a:prstDash val="solid"/>
                    </a:lnB>
                    <a:solidFill>
                      <a:srgbClr val="F4F0E5"/>
                    </a:solidFill>
                  </a:tcPr>
                </a:tc>
                <a:tc>
                  <a:txBody>
                    <a:bodyPr lIns="0" tIns="0" rIns="0" bIns="0"/>
                    <a:lstStyle/>
                    <a:p>
                      <a:r>
                        <a:rPr sz="2175" b="0">
                          <a:solidFill>
                            <a:srgbClr val="123C3B"/>
                          </a:solidFill>
                          <a:latin typeface="Arial"/>
                          <a:ea typeface="Arial"/>
                          <a:cs typeface="Arial"/>
                        </a:rPr>
                        <a:t>97 мин</a:t>
                      </a:r>
                    </a:p>
                  </a:txBody>
                  <a:tcPr marL="91440" marR="91440" marT="45720" marB="45720" anchor="ctr">
                    <a:lnR w="0">
                      <a:solidFill>
                        <a:srgbClr val="F4F0E5"/>
                      </a:solidFill>
                      <a:prstDash val="solid"/>
                    </a:lnR>
                    <a:lnB w="0">
                      <a:solidFill>
                        <a:srgbClr val="F4F0E5"/>
                      </a:solidFill>
                      <a:prstDash val="solid"/>
                    </a:lnB>
                    <a:solidFill>
                      <a:srgbClr val="F4F0E5"/>
                    </a:solidFill>
                  </a:tcPr>
                </a:tc>
              </a:tr>
              <a:tr h="533400">
                <a:tc>
                  <a:txBody>
                    <a:bodyPr lIns="0" tIns="0" rIns="0" bIns="0"/>
                    <a:lstStyle/>
                    <a:p>
                      <a:r>
                        <a:rPr sz="2175" b="0">
                          <a:solidFill>
                            <a:srgbClr val="123C3B"/>
                          </a:solidFill>
                          <a:latin typeface="Arial"/>
                          <a:ea typeface="Arial"/>
                          <a:cs typeface="Arial"/>
                        </a:rPr>
                        <a:t>Буфер</a:t>
                      </a:r>
                    </a:p>
                  </a:txBody>
                  <a:tcPr marL="91440" marR="91440" marT="45720" marB="45720" anchor="ctr">
                    <a:lnL w="0">
                      <a:solidFill>
                        <a:srgbClr val="F4F0E5"/>
                      </a:solidFill>
                      <a:prstDash val="solid"/>
                    </a:lnL>
                    <a:lnR w="0">
                      <a:solidFill>
                        <a:srgbClr val="F4F0E5"/>
                      </a:solidFill>
                      <a:prstDash val="solid"/>
                    </a:lnR>
                    <a:lnB w="0">
                      <a:solidFill>
                        <a:srgbClr val="F4F0E5"/>
                      </a:solidFill>
                      <a:prstDash val="solid"/>
                    </a:lnB>
                    <a:solidFill>
                      <a:srgbClr val="F4F0E5"/>
                    </a:solidFill>
                  </a:tcPr>
                </a:tc>
                <a:tc>
                  <a:txBody>
                    <a:bodyPr lIns="0" tIns="0" rIns="0" bIns="0"/>
                    <a:lstStyle/>
                    <a:p>
                      <a:r>
                        <a:rPr sz="2175" b="0">
                          <a:solidFill>
                            <a:srgbClr val="123C3B"/>
                          </a:solidFill>
                          <a:latin typeface="Arial"/>
                          <a:ea typeface="Arial"/>
                          <a:cs typeface="Arial"/>
                        </a:rPr>
                        <a:t>5 мин</a:t>
                      </a:r>
                    </a:p>
                  </a:txBody>
                  <a:tcPr marL="91440" marR="91440" marT="45720" marB="45720" anchor="ctr">
                    <a:lnR w="0">
                      <a:solidFill>
                        <a:srgbClr val="F4F0E5"/>
                      </a:solidFill>
                      <a:prstDash val="solid"/>
                    </a:lnR>
                    <a:lnB w="0">
                      <a:solidFill>
                        <a:srgbClr val="F4F0E5"/>
                      </a:solidFill>
                      <a:prstDash val="solid"/>
                    </a:lnB>
                    <a:solidFill>
                      <a:srgbClr val="F4F0E5"/>
                    </a:solidFill>
                  </a:tcPr>
                </a:tc>
              </a:tr>
              <a:tr h="533400">
                <a:tc>
                  <a:txBody>
                    <a:bodyPr lIns="0" tIns="0" rIns="0" bIns="0"/>
                    <a:lstStyle/>
                    <a:p>
                      <a:r>
                        <a:rPr sz="2175" b="1">
                          <a:solidFill>
                            <a:srgbClr val="123C3B"/>
                          </a:solidFill>
                          <a:latin typeface="Arial"/>
                          <a:ea typeface="Arial"/>
                          <a:cs typeface="Arial"/>
                        </a:rPr>
                        <a:t>Всего</a:t>
                      </a:r>
                    </a:p>
                  </a:txBody>
                  <a:tcPr marL="91440" marR="91440" marT="45720" marB="45720" anchor="ctr">
                    <a:lnL w="0">
                      <a:solidFill>
                        <a:srgbClr val="F4F0E5"/>
                      </a:solidFill>
                      <a:prstDash val="solid"/>
                    </a:lnL>
                    <a:lnR w="0">
                      <a:solidFill>
                        <a:srgbClr val="F4F0E5"/>
                      </a:solidFill>
                      <a:prstDash val="solid"/>
                    </a:lnR>
                    <a:lnB w="0">
                      <a:solidFill>
                        <a:srgbClr val="F4F0E5"/>
                      </a:solidFill>
                      <a:prstDash val="solid"/>
                    </a:lnB>
                    <a:solidFill>
                      <a:srgbClr val="F4F0E5"/>
                    </a:solidFill>
                  </a:tcPr>
                </a:tc>
                <a:tc>
                  <a:txBody>
                    <a:bodyPr lIns="0" tIns="0" rIns="0" bIns="0"/>
                    <a:lstStyle/>
                    <a:p>
                      <a:r>
                        <a:rPr sz="2175" b="1">
                          <a:solidFill>
                            <a:srgbClr val="123C3B"/>
                          </a:solidFill>
                          <a:latin typeface="Arial"/>
                          <a:ea typeface="Arial"/>
                          <a:cs typeface="Arial"/>
                        </a:rPr>
                        <a:t>120 мин</a:t>
                      </a:r>
                    </a:p>
                  </a:txBody>
                  <a:tcPr marL="91440" marR="91440" marT="45720" marB="45720" anchor="ctr">
                    <a:lnR w="0">
                      <a:solidFill>
                        <a:srgbClr val="F4F0E5"/>
                      </a:solidFill>
                      <a:prstDash val="solid"/>
                    </a:lnR>
                    <a:lnB w="0">
                      <a:solidFill>
                        <a:srgbClr val="F4F0E5"/>
                      </a:solidFill>
                      <a:prstDash val="solid"/>
                    </a:lnB>
                    <a:solidFill>
                      <a:srgbClr val="F4F0E5"/>
                    </a:solidFill>
                  </a:tcPr>
                </a:tc>
              </a:tr>
            </a:tbl>
          </a:graphicData>
        </a:graphic>
      </p:graphicFrame>
      <p:sp>
        <p:nvSpPr>
          <p:cNvPr id="6" name="">
            <a:extLst xmlns:a="http://schemas.openxmlformats.org/drawingml/2006/main">
              <a:ext uri="{FF2B5EF4-FFF2-40B4-BE49-F238E27FC236}">
                <a16:creationId xmlns:a16="http://schemas.microsoft.com/office/drawing/2014/main" id="{B8E692A6-0B25-472B-A233-E60BBAB6678B}"/>
              </a:ext>
            </a:extLst>
          </p:cNvPr>
          <p:cNvSpPr>
            <a:spLocks xmlns:a="http://schemas.openxmlformats.org/drawingml/2006/main" noGrp="1"/>
          </p:cNvSpPr>
          <p:nvPr/>
        </p:nvSpPr>
        <p:spPr>
          <a:xfrm xmlns:a="http://schemas.openxmlformats.org/drawingml/2006/main">
            <a:off x="685800" y="6057900"/>
            <a:ext cx="1019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5716A"/>
                </a:solidFill>
                <a:latin typeface="Arial"/>
                <a:ea typeface="Arial"/>
                <a:cs typeface="Arial"/>
              </a:defRPr>
            </a:defPPr>
            <a:lvl1pPr>
              <a:defRPr sz="1425" b="0">
                <a:solidFill>
                  <a:srgbClr val="55716A"/>
                </a:solidFill>
                <a:latin typeface="Arial"/>
                <a:ea typeface="Arial"/>
                <a:cs typeface="Arial"/>
              </a:defRPr>
            </a:lvl1pPr>
            <a:lvl2pPr>
              <a:defRPr sz="1425" b="0">
                <a:solidFill>
                  <a:srgbClr val="55716A"/>
                </a:solidFill>
                <a:latin typeface="Arial"/>
                <a:ea typeface="Arial"/>
                <a:cs typeface="Arial"/>
              </a:defRPr>
            </a:lvl2pPr>
            <a:lvl3pPr>
              <a:defRPr sz="1425" b="0">
                <a:solidFill>
                  <a:srgbClr val="55716A"/>
                </a:solidFill>
                <a:latin typeface="Arial"/>
                <a:ea typeface="Arial"/>
                <a:cs typeface="Arial"/>
              </a:defRPr>
            </a:lvl3pPr>
            <a:lvl4pPr>
              <a:defRPr sz="1425" b="0">
                <a:solidFill>
                  <a:srgbClr val="55716A"/>
                </a:solidFill>
                <a:latin typeface="Arial"/>
                <a:ea typeface="Arial"/>
                <a:cs typeface="Arial"/>
              </a:defRPr>
            </a:lvl4pPr>
            <a:lvl5pPr>
              <a:defRPr sz="1425" b="0">
                <a:solidFill>
                  <a:srgbClr val="55716A"/>
                </a:solidFill>
                <a:latin typeface="Arial"/>
                <a:ea typeface="Arial"/>
                <a:cs typeface="Arial"/>
              </a:defRPr>
            </a:lvl5pPr>
            <a:lvl6pPr>
              <a:defRPr sz="1425" b="0">
                <a:solidFill>
                  <a:srgbClr val="55716A"/>
                </a:solidFill>
                <a:latin typeface="Arial"/>
                <a:ea typeface="Arial"/>
                <a:cs typeface="Arial"/>
              </a:defRPr>
            </a:lvl6pPr>
            <a:lvl7pPr>
              <a:defRPr sz="1425" b="0">
                <a:solidFill>
                  <a:srgbClr val="55716A"/>
                </a:solidFill>
                <a:latin typeface="Arial"/>
                <a:ea typeface="Arial"/>
                <a:cs typeface="Arial"/>
              </a:defRPr>
            </a:lvl7pPr>
            <a:lvl8pPr>
              <a:defRPr sz="1425" b="0">
                <a:solidFill>
                  <a:srgbClr val="55716A"/>
                </a:solidFill>
                <a:latin typeface="Arial"/>
                <a:ea typeface="Arial"/>
                <a:cs typeface="Arial"/>
              </a:defRPr>
            </a:lvl8pPr>
            <a:lvl9pPr>
              <a:defRPr sz="1425" b="0">
                <a:solidFill>
                  <a:srgbClr val="55716A"/>
                </a:solidFill>
                <a:latin typeface="Arial"/>
                <a:ea typeface="Arial"/>
                <a:cs typeface="Arial"/>
              </a:defRPr>
            </a:lvl9pPr>
          </a:lstStyle>
          <a:p xmlns:a="http://schemas.openxmlformats.org/drawingml/2006/main">
            <a:pPr>
              <a:defRPr sz="1425" b="0">
                <a:solidFill>
                  <a:srgbClr val="55716A"/>
                </a:solidFill>
                <a:latin typeface="Arial"/>
                <a:ea typeface="Arial"/>
                <a:cs typeface="Arial"/>
              </a:defRPr>
            </a:pPr>
            <a:r>
              <a:rPr sz="1425" b="0">
                <a:solidFill>
                  <a:srgbClr val="55716A"/>
                </a:solidFill>
                <a:latin typeface="Arial"/>
                <a:ea typeface="Arial"/>
                <a:cs typeface="Arial"/>
              </a:rPr>
              <a:t>Живой пример 0bb. Возврат 9 мин входит в 18. Embed: 16 мин / 1,2 км — другой движок Google.</a:t>
            </a:r>
          </a:p>
        </p:txBody>
      </p:sp>
    </p:spTree>
    <p:extLst>
      <p:ext uri="{BB962C8B-B14F-4D97-AF65-F5344CB8AC3E}">
        <p14:creationId xmlns:p14="http://schemas.microsoft.com/office/powerpoint/2010/main" val="2099336669"/>
      </p:ext>
    </p:extLst>
  </p:cSld>
</p:sld>
</file>

<file path=ppt/slides/slide6.xml><?xml version="1.0" encoding="utf-8"?>
<p:sld xmlns:p="http://schemas.openxmlformats.org/presentationml/2006/main">
  <p:cSld>
    <p:bg>
      <p:bgPr>
        <a:solidFill xmlns:a="http://schemas.openxmlformats.org/drawingml/2006/main">
          <a:srgbClr val="0A2D2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9DBD3E-2A9C-41A2-983B-8329D9F87994}"/>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F4F0E5"/>
                </a:solidFill>
                <a:latin typeface="Arial"/>
                <a:ea typeface="Arial"/>
                <a:cs typeface="Arial"/>
              </a:defRPr>
            </a:defPPr>
            <a:lvl1pPr>
              <a:defRPr sz="3525" b="1">
                <a:solidFill>
                  <a:srgbClr val="F4F0E5"/>
                </a:solidFill>
                <a:latin typeface="Arial"/>
                <a:ea typeface="Arial"/>
                <a:cs typeface="Arial"/>
              </a:defRPr>
            </a:lvl1pPr>
            <a:lvl2pPr>
              <a:defRPr sz="3525" b="1">
                <a:solidFill>
                  <a:srgbClr val="F4F0E5"/>
                </a:solidFill>
                <a:latin typeface="Arial"/>
                <a:ea typeface="Arial"/>
                <a:cs typeface="Arial"/>
              </a:defRPr>
            </a:lvl2pPr>
            <a:lvl3pPr>
              <a:defRPr sz="3525" b="1">
                <a:solidFill>
                  <a:srgbClr val="F4F0E5"/>
                </a:solidFill>
                <a:latin typeface="Arial"/>
                <a:ea typeface="Arial"/>
                <a:cs typeface="Arial"/>
              </a:defRPr>
            </a:lvl3pPr>
            <a:lvl4pPr>
              <a:defRPr sz="3525" b="1">
                <a:solidFill>
                  <a:srgbClr val="F4F0E5"/>
                </a:solidFill>
                <a:latin typeface="Arial"/>
                <a:ea typeface="Arial"/>
                <a:cs typeface="Arial"/>
              </a:defRPr>
            </a:lvl4pPr>
            <a:lvl5pPr>
              <a:defRPr sz="3525" b="1">
                <a:solidFill>
                  <a:srgbClr val="F4F0E5"/>
                </a:solidFill>
                <a:latin typeface="Arial"/>
                <a:ea typeface="Arial"/>
                <a:cs typeface="Arial"/>
              </a:defRPr>
            </a:lvl5pPr>
            <a:lvl6pPr>
              <a:defRPr sz="3525" b="1">
                <a:solidFill>
                  <a:srgbClr val="F4F0E5"/>
                </a:solidFill>
                <a:latin typeface="Arial"/>
                <a:ea typeface="Arial"/>
                <a:cs typeface="Arial"/>
              </a:defRPr>
            </a:lvl6pPr>
            <a:lvl7pPr>
              <a:defRPr sz="3525" b="1">
                <a:solidFill>
                  <a:srgbClr val="F4F0E5"/>
                </a:solidFill>
                <a:latin typeface="Arial"/>
                <a:ea typeface="Arial"/>
                <a:cs typeface="Arial"/>
              </a:defRPr>
            </a:lvl7pPr>
            <a:lvl8pPr>
              <a:defRPr sz="3525" b="1">
                <a:solidFill>
                  <a:srgbClr val="F4F0E5"/>
                </a:solidFill>
                <a:latin typeface="Arial"/>
                <a:ea typeface="Arial"/>
                <a:cs typeface="Arial"/>
              </a:defRPr>
            </a:lvl8pPr>
            <a:lvl9pPr>
              <a:defRPr sz="3525" b="1">
                <a:solidFill>
                  <a:srgbClr val="F4F0E5"/>
                </a:solidFill>
                <a:latin typeface="Arial"/>
                <a:ea typeface="Arial"/>
                <a:cs typeface="Arial"/>
              </a:defRPr>
            </a:lvl9pPr>
          </a:lstStyle>
          <a:p xmlns:a="http://schemas.openxmlformats.org/drawingml/2006/main">
            <a:pPr>
              <a:defRPr sz="3525" b="1">
                <a:solidFill>
                  <a:srgbClr val="F4F0E5"/>
                </a:solidFill>
                <a:latin typeface="Arial"/>
                <a:ea typeface="Arial"/>
                <a:cs typeface="Arial"/>
              </a:defRPr>
            </a:pPr>
            <a:r>
              <a:rPr sz="3525" b="1">
                <a:solidFill>
                  <a:srgbClr val="F4F0E5"/>
                </a:solidFill>
                <a:latin typeface="Arial"/>
                <a:ea typeface="Arial"/>
                <a:cs typeface="Arial"/>
              </a:rPr>
              <a:t>Неизвестное остаётся неизвестным</a:t>
            </a:r>
          </a:p>
        </p:txBody>
      </p:sp>
      <p:sp>
        <p:nvSpPr>
          <p:cNvPr id="2" name="">
            <a:extLst xmlns:a="http://schemas.openxmlformats.org/drawingml/2006/main">
              <a:ext uri="{FF2B5EF4-FFF2-40B4-BE49-F238E27FC236}">
                <a16:creationId xmlns:a16="http://schemas.microsoft.com/office/drawing/2014/main" id="{10C4C120-02DF-4D4F-B144-6168C4ABCAF1}"/>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EC8C0"/>
                </a:solidFill>
                <a:latin typeface="Arial"/>
                <a:ea typeface="Arial"/>
                <a:cs typeface="Arial"/>
              </a:defRPr>
            </a:defPPr>
            <a:lvl1pPr>
              <a:defRPr sz="1350" b="0">
                <a:solidFill>
                  <a:srgbClr val="AEC8C0"/>
                </a:solidFill>
                <a:latin typeface="Arial"/>
                <a:ea typeface="Arial"/>
                <a:cs typeface="Arial"/>
              </a:defRPr>
            </a:lvl1pPr>
            <a:lvl2pPr>
              <a:defRPr sz="1350" b="0">
                <a:solidFill>
                  <a:srgbClr val="AEC8C0"/>
                </a:solidFill>
                <a:latin typeface="Arial"/>
                <a:ea typeface="Arial"/>
                <a:cs typeface="Arial"/>
              </a:defRPr>
            </a:lvl2pPr>
            <a:lvl3pPr>
              <a:defRPr sz="1350" b="0">
                <a:solidFill>
                  <a:srgbClr val="AEC8C0"/>
                </a:solidFill>
                <a:latin typeface="Arial"/>
                <a:ea typeface="Arial"/>
                <a:cs typeface="Arial"/>
              </a:defRPr>
            </a:lvl3pPr>
            <a:lvl4pPr>
              <a:defRPr sz="1350" b="0">
                <a:solidFill>
                  <a:srgbClr val="AEC8C0"/>
                </a:solidFill>
                <a:latin typeface="Arial"/>
                <a:ea typeface="Arial"/>
                <a:cs typeface="Arial"/>
              </a:defRPr>
            </a:lvl4pPr>
            <a:lvl5pPr>
              <a:defRPr sz="1350" b="0">
                <a:solidFill>
                  <a:srgbClr val="AEC8C0"/>
                </a:solidFill>
                <a:latin typeface="Arial"/>
                <a:ea typeface="Arial"/>
                <a:cs typeface="Arial"/>
              </a:defRPr>
            </a:lvl5pPr>
            <a:lvl6pPr>
              <a:defRPr sz="1350" b="0">
                <a:solidFill>
                  <a:srgbClr val="AEC8C0"/>
                </a:solidFill>
                <a:latin typeface="Arial"/>
                <a:ea typeface="Arial"/>
                <a:cs typeface="Arial"/>
              </a:defRPr>
            </a:lvl6pPr>
            <a:lvl7pPr>
              <a:defRPr sz="1350" b="0">
                <a:solidFill>
                  <a:srgbClr val="AEC8C0"/>
                </a:solidFill>
                <a:latin typeface="Arial"/>
                <a:ea typeface="Arial"/>
                <a:cs typeface="Arial"/>
              </a:defRPr>
            </a:lvl7pPr>
            <a:lvl8pPr>
              <a:defRPr sz="1350" b="0">
                <a:solidFill>
                  <a:srgbClr val="AEC8C0"/>
                </a:solidFill>
                <a:latin typeface="Arial"/>
                <a:ea typeface="Arial"/>
                <a:cs typeface="Arial"/>
              </a:defRPr>
            </a:lvl8pPr>
            <a:lvl9pPr>
              <a:defRPr sz="1350" b="0">
                <a:solidFill>
                  <a:srgbClr val="AEC8C0"/>
                </a:solidFill>
                <a:latin typeface="Arial"/>
                <a:ea typeface="Arial"/>
                <a:cs typeface="Arial"/>
              </a:defRPr>
            </a:lvl9pPr>
          </a:lstStyle>
          <a:p xmlns:a="http://schemas.openxmlformats.org/drawingml/2006/main">
            <a:pPr>
              <a:defRPr sz="1350" b="0">
                <a:solidFill>
                  <a:srgbClr val="AEC8C0"/>
                </a:solidFill>
                <a:latin typeface="Arial"/>
                <a:ea typeface="Arial"/>
                <a:cs typeface="Arial"/>
              </a:defRPr>
            </a:pPr>
            <a:r>
              <a:rPr sz="1350" b="0">
                <a:solidFill>
                  <a:srgbClr val="AEC8C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55E91540-5866-4529-8027-75E8744C1CB3}"/>
              </a:ext>
            </a:extLst>
          </p:cNvPr>
          <p:cNvSpPr>
            <a:spLocks xmlns:a="http://schemas.openxmlformats.org/drawingml/2006/main" noGrp="1"/>
          </p:cNvSpPr>
          <p:nvPr/>
        </p:nvSpPr>
        <p:spPr>
          <a:xfrm xmlns:a="http://schemas.openxmlformats.org/drawingml/2006/main">
            <a:off x="685800" y="1771650"/>
            <a:ext cx="108204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75" b="1">
                <a:solidFill>
                  <a:srgbClr val="F4F0E5"/>
                </a:solidFill>
                <a:latin typeface="Arial"/>
                <a:ea typeface="Arial"/>
                <a:cs typeface="Arial"/>
              </a:defRPr>
            </a:defPPr>
            <a:lvl1pPr>
              <a:defRPr sz="3075" b="1">
                <a:solidFill>
                  <a:srgbClr val="F4F0E5"/>
                </a:solidFill>
                <a:latin typeface="Arial"/>
                <a:ea typeface="Arial"/>
                <a:cs typeface="Arial"/>
              </a:defRPr>
            </a:lvl1pPr>
            <a:lvl2pPr>
              <a:defRPr sz="3075" b="1">
                <a:solidFill>
                  <a:srgbClr val="F4F0E5"/>
                </a:solidFill>
                <a:latin typeface="Arial"/>
                <a:ea typeface="Arial"/>
                <a:cs typeface="Arial"/>
              </a:defRPr>
            </a:lvl2pPr>
            <a:lvl3pPr>
              <a:defRPr sz="3075" b="1">
                <a:solidFill>
                  <a:srgbClr val="F4F0E5"/>
                </a:solidFill>
                <a:latin typeface="Arial"/>
                <a:ea typeface="Arial"/>
                <a:cs typeface="Arial"/>
              </a:defRPr>
            </a:lvl3pPr>
            <a:lvl4pPr>
              <a:defRPr sz="3075" b="1">
                <a:solidFill>
                  <a:srgbClr val="F4F0E5"/>
                </a:solidFill>
                <a:latin typeface="Arial"/>
                <a:ea typeface="Arial"/>
                <a:cs typeface="Arial"/>
              </a:defRPr>
            </a:lvl4pPr>
            <a:lvl5pPr>
              <a:defRPr sz="3075" b="1">
                <a:solidFill>
                  <a:srgbClr val="F4F0E5"/>
                </a:solidFill>
                <a:latin typeface="Arial"/>
                <a:ea typeface="Arial"/>
                <a:cs typeface="Arial"/>
              </a:defRPr>
            </a:lvl5pPr>
            <a:lvl6pPr>
              <a:defRPr sz="3075" b="1">
                <a:solidFill>
                  <a:srgbClr val="F4F0E5"/>
                </a:solidFill>
                <a:latin typeface="Arial"/>
                <a:ea typeface="Arial"/>
                <a:cs typeface="Arial"/>
              </a:defRPr>
            </a:lvl6pPr>
            <a:lvl7pPr>
              <a:defRPr sz="3075" b="1">
                <a:solidFill>
                  <a:srgbClr val="F4F0E5"/>
                </a:solidFill>
                <a:latin typeface="Arial"/>
                <a:ea typeface="Arial"/>
                <a:cs typeface="Arial"/>
              </a:defRPr>
            </a:lvl7pPr>
            <a:lvl8pPr>
              <a:defRPr sz="3075" b="1">
                <a:solidFill>
                  <a:srgbClr val="F4F0E5"/>
                </a:solidFill>
                <a:latin typeface="Arial"/>
                <a:ea typeface="Arial"/>
                <a:cs typeface="Arial"/>
              </a:defRPr>
            </a:lvl8pPr>
            <a:lvl9pPr>
              <a:defRPr sz="3075" b="1">
                <a:solidFill>
                  <a:srgbClr val="F4F0E5"/>
                </a:solidFill>
                <a:latin typeface="Arial"/>
                <a:ea typeface="Arial"/>
                <a:cs typeface="Arial"/>
              </a:defRPr>
            </a:lvl9pPr>
          </a:lstStyle>
          <a:p xmlns:a="http://schemas.openxmlformats.org/drawingml/2006/main">
            <a:pPr>
              <a:defRPr sz="3075" b="1">
                <a:solidFill>
                  <a:srgbClr val="F4F0E5"/>
                </a:solidFill>
                <a:latin typeface="Arial"/>
                <a:ea typeface="Arial"/>
                <a:cs typeface="Arial"/>
              </a:defRPr>
            </a:pPr>
            <a:r>
              <a:rPr sz="3075" b="1">
                <a:solidFill>
                  <a:srgbClr val="F4F0E5"/>
                </a:solidFill>
                <a:latin typeface="Arial"/>
                <a:ea typeface="Arial"/>
                <a:cs typeface="Arial"/>
              </a:rPr>
              <a:t>Розетка, тишина, часы и наличие</a:t>
            </a:r>
          </a:p>
          <a:p xmlns:a="http://schemas.openxmlformats.org/drawingml/2006/main">
            <a:pPr>
              <a:defRPr sz="3075" b="1">
                <a:solidFill>
                  <a:srgbClr val="F4F0E5"/>
                </a:solidFill>
                <a:latin typeface="Arial"/>
                <a:ea typeface="Arial"/>
                <a:cs typeface="Arial"/>
              </a:defRPr>
            </a:pPr>
            <a:r>
              <a:rPr sz="3075" b="1">
                <a:solidFill>
                  <a:srgbClr val="F4F0E5"/>
                </a:solidFill>
                <a:latin typeface="Arial"/>
                <a:ea typeface="Arial"/>
                <a:cs typeface="Arial"/>
              </a:rPr>
              <a:t>требуют подтверждения источника.</a:t>
            </a:r>
          </a:p>
        </p:txBody>
      </p:sp>
      <p:sp>
        <p:nvSpPr>
          <p:cNvPr id="4" name="">
            <a:extLst xmlns:a="http://schemas.openxmlformats.org/drawingml/2006/main">
              <a:ext uri="{FF2B5EF4-FFF2-40B4-BE49-F238E27FC236}">
                <a16:creationId xmlns:a16="http://schemas.microsoft.com/office/drawing/2014/main" id="{7DF24D20-B392-47E7-8A93-2B4B02A9D1FF}"/>
              </a:ext>
            </a:extLst>
          </p:cNvPr>
          <p:cNvSpPr>
            <a:spLocks xmlns:a="http://schemas.openxmlformats.org/drawingml/2006/main" noGrp="1"/>
          </p:cNvSpPr>
          <p:nvPr/>
        </p:nvSpPr>
        <p:spPr>
          <a:xfrm xmlns:a="http://schemas.openxmlformats.org/drawingml/2006/main">
            <a:off x="685800" y="3400425"/>
            <a:ext cx="10820400"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AEC8C0"/>
                </a:solidFill>
                <a:latin typeface="Arial"/>
                <a:ea typeface="Arial"/>
                <a:cs typeface="Arial"/>
              </a:defRPr>
            </a:defPPr>
            <a:lvl1pPr>
              <a:defRPr sz="2175" b="0">
                <a:solidFill>
                  <a:srgbClr val="AEC8C0"/>
                </a:solidFill>
                <a:latin typeface="Arial"/>
                <a:ea typeface="Arial"/>
                <a:cs typeface="Arial"/>
              </a:defRPr>
            </a:lvl1pPr>
            <a:lvl2pPr>
              <a:defRPr sz="2175" b="0">
                <a:solidFill>
                  <a:srgbClr val="AEC8C0"/>
                </a:solidFill>
                <a:latin typeface="Arial"/>
                <a:ea typeface="Arial"/>
                <a:cs typeface="Arial"/>
              </a:defRPr>
            </a:lvl2pPr>
            <a:lvl3pPr>
              <a:defRPr sz="2175" b="0">
                <a:solidFill>
                  <a:srgbClr val="AEC8C0"/>
                </a:solidFill>
                <a:latin typeface="Arial"/>
                <a:ea typeface="Arial"/>
                <a:cs typeface="Arial"/>
              </a:defRPr>
            </a:lvl3pPr>
            <a:lvl4pPr>
              <a:defRPr sz="2175" b="0">
                <a:solidFill>
                  <a:srgbClr val="AEC8C0"/>
                </a:solidFill>
                <a:latin typeface="Arial"/>
                <a:ea typeface="Arial"/>
                <a:cs typeface="Arial"/>
              </a:defRPr>
            </a:lvl4pPr>
            <a:lvl5pPr>
              <a:defRPr sz="2175" b="0">
                <a:solidFill>
                  <a:srgbClr val="AEC8C0"/>
                </a:solidFill>
                <a:latin typeface="Arial"/>
                <a:ea typeface="Arial"/>
                <a:cs typeface="Arial"/>
              </a:defRPr>
            </a:lvl5pPr>
            <a:lvl6pPr>
              <a:defRPr sz="2175" b="0">
                <a:solidFill>
                  <a:srgbClr val="AEC8C0"/>
                </a:solidFill>
                <a:latin typeface="Arial"/>
                <a:ea typeface="Arial"/>
                <a:cs typeface="Arial"/>
              </a:defRPr>
            </a:lvl6pPr>
            <a:lvl7pPr>
              <a:defRPr sz="2175" b="0">
                <a:solidFill>
                  <a:srgbClr val="AEC8C0"/>
                </a:solidFill>
                <a:latin typeface="Arial"/>
                <a:ea typeface="Arial"/>
                <a:cs typeface="Arial"/>
              </a:defRPr>
            </a:lvl7pPr>
            <a:lvl8pPr>
              <a:defRPr sz="2175" b="0">
                <a:solidFill>
                  <a:srgbClr val="AEC8C0"/>
                </a:solidFill>
                <a:latin typeface="Arial"/>
                <a:ea typeface="Arial"/>
                <a:cs typeface="Arial"/>
              </a:defRPr>
            </a:lvl8pPr>
            <a:lvl9pPr>
              <a:defRPr sz="2175" b="0">
                <a:solidFill>
                  <a:srgbClr val="AEC8C0"/>
                </a:solidFill>
                <a:latin typeface="Arial"/>
                <a:ea typeface="Arial"/>
                <a:cs typeface="Arial"/>
              </a:defRPr>
            </a:lvl9pPr>
          </a:lstStyle>
          <a:p xmlns:a="http://schemas.openxmlformats.org/drawingml/2006/main">
            <a:pPr>
              <a:defRPr sz="2175" b="0">
                <a:solidFill>
                  <a:srgbClr val="AEC8C0"/>
                </a:solidFill>
                <a:latin typeface="Arial"/>
                <a:ea typeface="Arial"/>
                <a:cs typeface="Arial"/>
              </a:defRPr>
            </a:pPr>
            <a:r>
              <a:rPr sz="2175" b="0">
                <a:solidFill>
                  <a:srgbClr val="AEC8C0"/>
                </a:solidFill>
                <a:latin typeface="Arial"/>
                <a:ea typeface="Arial"/>
                <a:cs typeface="Arial"/>
              </a:rPr>
              <a:t>Нужного типа нет → не заменяем его кафе или парком</a:t>
            </a:r>
          </a:p>
          <a:p xmlns:a="http://schemas.openxmlformats.org/drawingml/2006/main">
            <a:pPr>
              <a:defRPr sz="2175" b="0">
                <a:solidFill>
                  <a:srgbClr val="AEC8C0"/>
                </a:solidFill>
                <a:latin typeface="Arial"/>
                <a:ea typeface="Arial"/>
                <a:cs typeface="Arial"/>
              </a:defRPr>
            </a:pPr>
            <a:r>
              <a:rPr sz="2175" b="0">
                <a:solidFill>
                  <a:srgbClr val="AEC8C0"/>
                </a:solidFill>
                <a:latin typeface="Arial"/>
                <a:ea typeface="Arial"/>
                <a:cs typeface="Arial"/>
              </a:rPr>
              <a:t>Неподтверждённое утверждение → отклоняем текст</a:t>
            </a:r>
          </a:p>
          <a:p xmlns:a="http://schemas.openxmlformats.org/drawingml/2006/main">
            <a:pPr>
              <a:defRPr sz="2175" b="0">
                <a:solidFill>
                  <a:srgbClr val="AEC8C0"/>
                </a:solidFill>
                <a:latin typeface="Arial"/>
                <a:ea typeface="Arial"/>
                <a:cs typeface="Arial"/>
              </a:defRPr>
            </a:pPr>
            <a:r>
              <a:rPr sz="2175" b="0">
                <a:solidFill>
                  <a:srgbClr val="AEC8C0"/>
                </a:solidFill>
                <a:latin typeface="Arial"/>
                <a:ea typeface="Arial"/>
                <a:cs typeface="Arial"/>
              </a:rPr>
              <a:t>Аптека найдена ≠ лекарство есть в наличии</a:t>
            </a:r>
          </a:p>
        </p:txBody>
      </p:sp>
      <p:sp>
        <p:nvSpPr>
          <p:cNvPr id="5" name="">
            <a:extLst xmlns:a="http://schemas.openxmlformats.org/drawingml/2006/main">
              <a:ext uri="{FF2B5EF4-FFF2-40B4-BE49-F238E27FC236}">
                <a16:creationId xmlns:a16="http://schemas.microsoft.com/office/drawing/2014/main" id="{986B9F15-0ECF-4C06-86D0-0BCD517FDAE6}"/>
              </a:ext>
            </a:extLst>
          </p:cNvPr>
          <p:cNvSpPr>
            <a:spLocks xmlns:a="http://schemas.openxmlformats.org/drawingml/2006/main" noGrp="1"/>
          </p:cNvSpPr>
          <p:nvPr/>
        </p:nvSpPr>
        <p:spPr>
          <a:xfrm xmlns:a="http://schemas.openxmlformats.org/drawingml/2006/main">
            <a:off x="685800" y="6057900"/>
            <a:ext cx="1019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EC8C0"/>
                </a:solidFill>
                <a:latin typeface="Arial"/>
                <a:ea typeface="Arial"/>
                <a:cs typeface="Arial"/>
              </a:defRPr>
            </a:defPPr>
            <a:lvl1pPr>
              <a:defRPr sz="1425" b="0">
                <a:solidFill>
                  <a:srgbClr val="AEC8C0"/>
                </a:solidFill>
                <a:latin typeface="Arial"/>
                <a:ea typeface="Arial"/>
                <a:cs typeface="Arial"/>
              </a:defRPr>
            </a:lvl1pPr>
            <a:lvl2pPr>
              <a:defRPr sz="1425" b="0">
                <a:solidFill>
                  <a:srgbClr val="AEC8C0"/>
                </a:solidFill>
                <a:latin typeface="Arial"/>
                <a:ea typeface="Arial"/>
                <a:cs typeface="Arial"/>
              </a:defRPr>
            </a:lvl2pPr>
            <a:lvl3pPr>
              <a:defRPr sz="1425" b="0">
                <a:solidFill>
                  <a:srgbClr val="AEC8C0"/>
                </a:solidFill>
                <a:latin typeface="Arial"/>
                <a:ea typeface="Arial"/>
                <a:cs typeface="Arial"/>
              </a:defRPr>
            </a:lvl3pPr>
            <a:lvl4pPr>
              <a:defRPr sz="1425" b="0">
                <a:solidFill>
                  <a:srgbClr val="AEC8C0"/>
                </a:solidFill>
                <a:latin typeface="Arial"/>
                <a:ea typeface="Arial"/>
                <a:cs typeface="Arial"/>
              </a:defRPr>
            </a:lvl4pPr>
            <a:lvl5pPr>
              <a:defRPr sz="1425" b="0">
                <a:solidFill>
                  <a:srgbClr val="AEC8C0"/>
                </a:solidFill>
                <a:latin typeface="Arial"/>
                <a:ea typeface="Arial"/>
                <a:cs typeface="Arial"/>
              </a:defRPr>
            </a:lvl5pPr>
            <a:lvl6pPr>
              <a:defRPr sz="1425" b="0">
                <a:solidFill>
                  <a:srgbClr val="AEC8C0"/>
                </a:solidFill>
                <a:latin typeface="Arial"/>
                <a:ea typeface="Arial"/>
                <a:cs typeface="Arial"/>
              </a:defRPr>
            </a:lvl6pPr>
            <a:lvl7pPr>
              <a:defRPr sz="1425" b="0">
                <a:solidFill>
                  <a:srgbClr val="AEC8C0"/>
                </a:solidFill>
                <a:latin typeface="Arial"/>
                <a:ea typeface="Arial"/>
                <a:cs typeface="Arial"/>
              </a:defRPr>
            </a:lvl7pPr>
            <a:lvl8pPr>
              <a:defRPr sz="1425" b="0">
                <a:solidFill>
                  <a:srgbClr val="AEC8C0"/>
                </a:solidFill>
                <a:latin typeface="Arial"/>
                <a:ea typeface="Arial"/>
                <a:cs typeface="Arial"/>
              </a:defRPr>
            </a:lvl8pPr>
            <a:lvl9pPr>
              <a:defRPr sz="1425" b="0">
                <a:solidFill>
                  <a:srgbClr val="AEC8C0"/>
                </a:solidFill>
                <a:latin typeface="Arial"/>
                <a:ea typeface="Arial"/>
                <a:cs typeface="Arial"/>
              </a:defRPr>
            </a:lvl9pPr>
          </a:lstStyle>
          <a:p xmlns:a="http://schemas.openxmlformats.org/drawingml/2006/main">
            <a:pPr>
              <a:defRPr sz="1425" b="0">
                <a:solidFill>
                  <a:srgbClr val="AEC8C0"/>
                </a:solidFill>
                <a:latin typeface="Arial"/>
                <a:ea typeface="Arial"/>
                <a:cs typeface="Arial"/>
              </a:defRPr>
            </a:pPr>
            <a:r>
              <a:rPr sz="1425" b="0">
                <a:solidFill>
                  <a:srgbClr val="AEC8C0"/>
                </a:solidFill>
                <a:latin typeface="Arial"/>
                <a:ea typeface="Arial"/>
                <a:cs typeface="Arial"/>
              </a:rPr>
              <a:t>Исходный запрос и GPS не записываются в историю. Смешанный ответ не архивируется.</a:t>
            </a:r>
          </a:p>
        </p:txBody>
      </p:sp>
    </p:spTree>
    <p:extLst>
      <p:ext uri="{BB962C8B-B14F-4D97-AF65-F5344CB8AC3E}">
        <p14:creationId xmlns:p14="http://schemas.microsoft.com/office/powerpoint/2010/main" val="1053451553"/>
      </p:ext>
    </p:extLst>
  </p:cSld>
</p:sld>
</file>

<file path=ppt/slides/slide7.xml><?xml version="1.0" encoding="utf-8"?>
<p:sld xmlns:p="http://schemas.openxmlformats.org/presentationml/2006/main">
  <p:cSld>
    <p:bg>
      <p:bgPr>
        <a:solidFill xmlns:a="http://schemas.openxmlformats.org/drawingml/2006/main">
          <a:srgbClr val="F4F0E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9CBEF8-9F31-4B12-8BAF-9F1D49909C8E}"/>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123C3B"/>
                </a:solidFill>
                <a:latin typeface="Arial"/>
                <a:ea typeface="Arial"/>
                <a:cs typeface="Arial"/>
              </a:defRPr>
            </a:defPPr>
            <a:lvl1pPr>
              <a:defRPr sz="3525" b="1">
                <a:solidFill>
                  <a:srgbClr val="123C3B"/>
                </a:solidFill>
                <a:latin typeface="Arial"/>
                <a:ea typeface="Arial"/>
                <a:cs typeface="Arial"/>
              </a:defRPr>
            </a:lvl1pPr>
            <a:lvl2pPr>
              <a:defRPr sz="3525" b="1">
                <a:solidFill>
                  <a:srgbClr val="123C3B"/>
                </a:solidFill>
                <a:latin typeface="Arial"/>
                <a:ea typeface="Arial"/>
                <a:cs typeface="Arial"/>
              </a:defRPr>
            </a:lvl2pPr>
            <a:lvl3pPr>
              <a:defRPr sz="3525" b="1">
                <a:solidFill>
                  <a:srgbClr val="123C3B"/>
                </a:solidFill>
                <a:latin typeface="Arial"/>
                <a:ea typeface="Arial"/>
                <a:cs typeface="Arial"/>
              </a:defRPr>
            </a:lvl3pPr>
            <a:lvl4pPr>
              <a:defRPr sz="3525" b="1">
                <a:solidFill>
                  <a:srgbClr val="123C3B"/>
                </a:solidFill>
                <a:latin typeface="Arial"/>
                <a:ea typeface="Arial"/>
                <a:cs typeface="Arial"/>
              </a:defRPr>
            </a:lvl4pPr>
            <a:lvl5pPr>
              <a:defRPr sz="3525" b="1">
                <a:solidFill>
                  <a:srgbClr val="123C3B"/>
                </a:solidFill>
                <a:latin typeface="Arial"/>
                <a:ea typeface="Arial"/>
                <a:cs typeface="Arial"/>
              </a:defRPr>
            </a:lvl5pPr>
            <a:lvl6pPr>
              <a:defRPr sz="3525" b="1">
                <a:solidFill>
                  <a:srgbClr val="123C3B"/>
                </a:solidFill>
                <a:latin typeface="Arial"/>
                <a:ea typeface="Arial"/>
                <a:cs typeface="Arial"/>
              </a:defRPr>
            </a:lvl6pPr>
            <a:lvl7pPr>
              <a:defRPr sz="3525" b="1">
                <a:solidFill>
                  <a:srgbClr val="123C3B"/>
                </a:solidFill>
                <a:latin typeface="Arial"/>
                <a:ea typeface="Arial"/>
                <a:cs typeface="Arial"/>
              </a:defRPr>
            </a:lvl7pPr>
            <a:lvl8pPr>
              <a:defRPr sz="3525" b="1">
                <a:solidFill>
                  <a:srgbClr val="123C3B"/>
                </a:solidFill>
                <a:latin typeface="Arial"/>
                <a:ea typeface="Arial"/>
                <a:cs typeface="Arial"/>
              </a:defRPr>
            </a:lvl8pPr>
            <a:lvl9pPr>
              <a:defRPr sz="3525" b="1">
                <a:solidFill>
                  <a:srgbClr val="123C3B"/>
                </a:solidFill>
                <a:latin typeface="Arial"/>
                <a:ea typeface="Arial"/>
                <a:cs typeface="Arial"/>
              </a:defRPr>
            </a:lvl9pPr>
          </a:lstStyle>
          <a:p xmlns:a="http://schemas.openxmlformats.org/drawingml/2006/main">
            <a:pPr>
              <a:defRPr sz="3525" b="1">
                <a:solidFill>
                  <a:srgbClr val="123C3B"/>
                </a:solidFill>
                <a:latin typeface="Arial"/>
                <a:ea typeface="Arial"/>
                <a:cs typeface="Arial"/>
              </a:defRPr>
            </a:pPr>
            <a:r>
              <a:rPr sz="3525" b="1">
                <a:solidFill>
                  <a:srgbClr val="123C3B"/>
                </a:solidFill>
                <a:latin typeface="Arial"/>
                <a:ea typeface="Arial"/>
                <a:cs typeface="Arial"/>
              </a:rPr>
              <a:t>Проверяем поведение, а не обещания</a:t>
            </a:r>
          </a:p>
        </p:txBody>
      </p:sp>
      <p:sp>
        <p:nvSpPr>
          <p:cNvPr id="2" name="">
            <a:extLst xmlns:a="http://schemas.openxmlformats.org/drawingml/2006/main">
              <a:ext uri="{FF2B5EF4-FFF2-40B4-BE49-F238E27FC236}">
                <a16:creationId xmlns:a16="http://schemas.microsoft.com/office/drawing/2014/main" id="{84D0F591-BF3D-4BD3-BAA9-49999535030B}"/>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5716A"/>
                </a:solidFill>
                <a:latin typeface="Arial"/>
                <a:ea typeface="Arial"/>
                <a:cs typeface="Arial"/>
              </a:defRPr>
            </a:defPPr>
            <a:lvl1pPr>
              <a:defRPr sz="1350" b="0">
                <a:solidFill>
                  <a:srgbClr val="55716A"/>
                </a:solidFill>
                <a:latin typeface="Arial"/>
                <a:ea typeface="Arial"/>
                <a:cs typeface="Arial"/>
              </a:defRPr>
            </a:lvl1pPr>
            <a:lvl2pPr>
              <a:defRPr sz="1350" b="0">
                <a:solidFill>
                  <a:srgbClr val="55716A"/>
                </a:solidFill>
                <a:latin typeface="Arial"/>
                <a:ea typeface="Arial"/>
                <a:cs typeface="Arial"/>
              </a:defRPr>
            </a:lvl2pPr>
            <a:lvl3pPr>
              <a:defRPr sz="1350" b="0">
                <a:solidFill>
                  <a:srgbClr val="55716A"/>
                </a:solidFill>
                <a:latin typeface="Arial"/>
                <a:ea typeface="Arial"/>
                <a:cs typeface="Arial"/>
              </a:defRPr>
            </a:lvl3pPr>
            <a:lvl4pPr>
              <a:defRPr sz="1350" b="0">
                <a:solidFill>
                  <a:srgbClr val="55716A"/>
                </a:solidFill>
                <a:latin typeface="Arial"/>
                <a:ea typeface="Arial"/>
                <a:cs typeface="Arial"/>
              </a:defRPr>
            </a:lvl4pPr>
            <a:lvl5pPr>
              <a:defRPr sz="1350" b="0">
                <a:solidFill>
                  <a:srgbClr val="55716A"/>
                </a:solidFill>
                <a:latin typeface="Arial"/>
                <a:ea typeface="Arial"/>
                <a:cs typeface="Arial"/>
              </a:defRPr>
            </a:lvl5pPr>
            <a:lvl6pPr>
              <a:defRPr sz="1350" b="0">
                <a:solidFill>
                  <a:srgbClr val="55716A"/>
                </a:solidFill>
                <a:latin typeface="Arial"/>
                <a:ea typeface="Arial"/>
                <a:cs typeface="Arial"/>
              </a:defRPr>
            </a:lvl6pPr>
            <a:lvl7pPr>
              <a:defRPr sz="1350" b="0">
                <a:solidFill>
                  <a:srgbClr val="55716A"/>
                </a:solidFill>
                <a:latin typeface="Arial"/>
                <a:ea typeface="Arial"/>
                <a:cs typeface="Arial"/>
              </a:defRPr>
            </a:lvl7pPr>
            <a:lvl8pPr>
              <a:defRPr sz="1350" b="0">
                <a:solidFill>
                  <a:srgbClr val="55716A"/>
                </a:solidFill>
                <a:latin typeface="Arial"/>
                <a:ea typeface="Arial"/>
                <a:cs typeface="Arial"/>
              </a:defRPr>
            </a:lvl8pPr>
            <a:lvl9pPr>
              <a:defRPr sz="1350" b="0">
                <a:solidFill>
                  <a:srgbClr val="55716A"/>
                </a:solidFill>
                <a:latin typeface="Arial"/>
                <a:ea typeface="Arial"/>
                <a:cs typeface="Arial"/>
              </a:defRPr>
            </a:lvl9pPr>
          </a:lstStyle>
          <a:p xmlns:a="http://schemas.openxmlformats.org/drawingml/2006/main">
            <a:pPr>
              <a:defRPr sz="1350" b="0">
                <a:solidFill>
                  <a:srgbClr val="55716A"/>
                </a:solidFill>
                <a:latin typeface="Arial"/>
                <a:ea typeface="Arial"/>
                <a:cs typeface="Arial"/>
              </a:defRPr>
            </a:pPr>
            <a:r>
              <a:rPr sz="1350" b="0">
                <a:solidFill>
                  <a:srgbClr val="5571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BB448250-3111-4588-90DB-76B9282C6FFF}"/>
              </a:ext>
            </a:extLst>
          </p:cNvPr>
          <p:cNvSpPr>
            <a:spLocks xmlns:a="http://schemas.openxmlformats.org/drawingml/2006/main" noGrp="1"/>
          </p:cNvSpPr>
          <p:nvPr/>
        </p:nvSpPr>
        <p:spPr>
          <a:xfrm xmlns:a="http://schemas.openxmlformats.org/drawingml/2006/main">
            <a:off x="685800" y="1657350"/>
            <a:ext cx="108204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6000" b="1">
                <a:solidFill>
                  <a:srgbClr val="123C3B"/>
                </a:solidFill>
                <a:latin typeface="Arial"/>
                <a:ea typeface="Arial"/>
                <a:cs typeface="Arial"/>
              </a:defRPr>
            </a:defPPr>
            <a:lvl1pPr>
              <a:defRPr sz="6000" b="1">
                <a:solidFill>
                  <a:srgbClr val="123C3B"/>
                </a:solidFill>
                <a:latin typeface="Arial"/>
                <a:ea typeface="Arial"/>
                <a:cs typeface="Arial"/>
              </a:defRPr>
            </a:lvl1pPr>
            <a:lvl2pPr>
              <a:defRPr sz="6000" b="1">
                <a:solidFill>
                  <a:srgbClr val="123C3B"/>
                </a:solidFill>
                <a:latin typeface="Arial"/>
                <a:ea typeface="Arial"/>
                <a:cs typeface="Arial"/>
              </a:defRPr>
            </a:lvl2pPr>
            <a:lvl3pPr>
              <a:defRPr sz="6000" b="1">
                <a:solidFill>
                  <a:srgbClr val="123C3B"/>
                </a:solidFill>
                <a:latin typeface="Arial"/>
                <a:ea typeface="Arial"/>
                <a:cs typeface="Arial"/>
              </a:defRPr>
            </a:lvl3pPr>
            <a:lvl4pPr>
              <a:defRPr sz="6000" b="1">
                <a:solidFill>
                  <a:srgbClr val="123C3B"/>
                </a:solidFill>
                <a:latin typeface="Arial"/>
                <a:ea typeface="Arial"/>
                <a:cs typeface="Arial"/>
              </a:defRPr>
            </a:lvl4pPr>
            <a:lvl5pPr>
              <a:defRPr sz="6000" b="1">
                <a:solidFill>
                  <a:srgbClr val="123C3B"/>
                </a:solidFill>
                <a:latin typeface="Arial"/>
                <a:ea typeface="Arial"/>
                <a:cs typeface="Arial"/>
              </a:defRPr>
            </a:lvl5pPr>
            <a:lvl6pPr>
              <a:defRPr sz="6000" b="1">
                <a:solidFill>
                  <a:srgbClr val="123C3B"/>
                </a:solidFill>
                <a:latin typeface="Arial"/>
                <a:ea typeface="Arial"/>
                <a:cs typeface="Arial"/>
              </a:defRPr>
            </a:lvl6pPr>
            <a:lvl7pPr>
              <a:defRPr sz="6000" b="1">
                <a:solidFill>
                  <a:srgbClr val="123C3B"/>
                </a:solidFill>
                <a:latin typeface="Arial"/>
                <a:ea typeface="Arial"/>
                <a:cs typeface="Arial"/>
              </a:defRPr>
            </a:lvl7pPr>
            <a:lvl8pPr>
              <a:defRPr sz="6000" b="1">
                <a:solidFill>
                  <a:srgbClr val="123C3B"/>
                </a:solidFill>
                <a:latin typeface="Arial"/>
                <a:ea typeface="Arial"/>
                <a:cs typeface="Arial"/>
              </a:defRPr>
            </a:lvl8pPr>
            <a:lvl9pPr>
              <a:defRPr sz="6000" b="1">
                <a:solidFill>
                  <a:srgbClr val="123C3B"/>
                </a:solidFill>
                <a:latin typeface="Arial"/>
                <a:ea typeface="Arial"/>
                <a:cs typeface="Arial"/>
              </a:defRPr>
            </a:lvl9pPr>
          </a:lstStyle>
          <a:p xmlns:a="http://schemas.openxmlformats.org/drawingml/2006/main">
            <a:pPr>
              <a:defRPr sz="6000" b="1">
                <a:solidFill>
                  <a:srgbClr val="123C3B"/>
                </a:solidFill>
                <a:latin typeface="Arial"/>
                <a:ea typeface="Arial"/>
                <a:cs typeface="Arial"/>
              </a:defRPr>
            </a:pPr>
            <a:r>
              <a:rPr sz="6000" b="1">
                <a:solidFill>
                  <a:srgbClr val="123C3B"/>
                </a:solidFill>
                <a:latin typeface="Arial"/>
                <a:ea typeface="Arial"/>
                <a:cs typeface="Arial"/>
              </a:rPr>
              <a:t>384 / 386</a:t>
            </a:r>
          </a:p>
        </p:txBody>
      </p:sp>
      <p:sp>
        <p:nvSpPr>
          <p:cNvPr id="4" name="">
            <a:extLst xmlns:a="http://schemas.openxmlformats.org/drawingml/2006/main">
              <a:ext uri="{FF2B5EF4-FFF2-40B4-BE49-F238E27FC236}">
                <a16:creationId xmlns:a16="http://schemas.microsoft.com/office/drawing/2014/main" id="{4DE43200-8342-493C-9E8B-9866A9F4C5F2}"/>
              </a:ext>
            </a:extLst>
          </p:cNvPr>
          <p:cNvSpPr>
            <a:spLocks xmlns:a="http://schemas.openxmlformats.org/drawingml/2006/main" noGrp="1"/>
          </p:cNvSpPr>
          <p:nvPr/>
        </p:nvSpPr>
        <p:spPr>
          <a:xfrm xmlns:a="http://schemas.openxmlformats.org/drawingml/2006/main">
            <a:off x="742950" y="28098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55716A"/>
                </a:solidFill>
                <a:latin typeface="Arial"/>
                <a:ea typeface="Arial"/>
                <a:cs typeface="Arial"/>
              </a:defRPr>
            </a:defPPr>
            <a:lvl1pPr>
              <a:defRPr sz="2325" b="0">
                <a:solidFill>
                  <a:srgbClr val="55716A"/>
                </a:solidFill>
                <a:latin typeface="Arial"/>
                <a:ea typeface="Arial"/>
                <a:cs typeface="Arial"/>
              </a:defRPr>
            </a:lvl1pPr>
            <a:lvl2pPr>
              <a:defRPr sz="2325" b="0">
                <a:solidFill>
                  <a:srgbClr val="55716A"/>
                </a:solidFill>
                <a:latin typeface="Arial"/>
                <a:ea typeface="Arial"/>
                <a:cs typeface="Arial"/>
              </a:defRPr>
            </a:lvl2pPr>
            <a:lvl3pPr>
              <a:defRPr sz="2325" b="0">
                <a:solidFill>
                  <a:srgbClr val="55716A"/>
                </a:solidFill>
                <a:latin typeface="Arial"/>
                <a:ea typeface="Arial"/>
                <a:cs typeface="Arial"/>
              </a:defRPr>
            </a:lvl3pPr>
            <a:lvl4pPr>
              <a:defRPr sz="2325" b="0">
                <a:solidFill>
                  <a:srgbClr val="55716A"/>
                </a:solidFill>
                <a:latin typeface="Arial"/>
                <a:ea typeface="Arial"/>
                <a:cs typeface="Arial"/>
              </a:defRPr>
            </a:lvl4pPr>
            <a:lvl5pPr>
              <a:defRPr sz="2325" b="0">
                <a:solidFill>
                  <a:srgbClr val="55716A"/>
                </a:solidFill>
                <a:latin typeface="Arial"/>
                <a:ea typeface="Arial"/>
                <a:cs typeface="Arial"/>
              </a:defRPr>
            </a:lvl5pPr>
            <a:lvl6pPr>
              <a:defRPr sz="2325" b="0">
                <a:solidFill>
                  <a:srgbClr val="55716A"/>
                </a:solidFill>
                <a:latin typeface="Arial"/>
                <a:ea typeface="Arial"/>
                <a:cs typeface="Arial"/>
              </a:defRPr>
            </a:lvl6pPr>
            <a:lvl7pPr>
              <a:defRPr sz="2325" b="0">
                <a:solidFill>
                  <a:srgbClr val="55716A"/>
                </a:solidFill>
                <a:latin typeface="Arial"/>
                <a:ea typeface="Arial"/>
                <a:cs typeface="Arial"/>
              </a:defRPr>
            </a:lvl7pPr>
            <a:lvl8pPr>
              <a:defRPr sz="2325" b="0">
                <a:solidFill>
                  <a:srgbClr val="55716A"/>
                </a:solidFill>
                <a:latin typeface="Arial"/>
                <a:ea typeface="Arial"/>
                <a:cs typeface="Arial"/>
              </a:defRPr>
            </a:lvl8pPr>
            <a:lvl9pPr>
              <a:defRPr sz="2325" b="0">
                <a:solidFill>
                  <a:srgbClr val="55716A"/>
                </a:solidFill>
                <a:latin typeface="Arial"/>
                <a:ea typeface="Arial"/>
                <a:cs typeface="Arial"/>
              </a:defRPr>
            </a:lvl9pPr>
          </a:lstStyle>
          <a:p xmlns:a="http://schemas.openxmlformats.org/drawingml/2006/main">
            <a:pPr>
              <a:defRPr sz="2325" b="0">
                <a:solidFill>
                  <a:srgbClr val="55716A"/>
                </a:solidFill>
                <a:latin typeface="Arial"/>
                <a:ea typeface="Arial"/>
                <a:cs typeface="Arial"/>
              </a:defRPr>
            </a:pPr>
            <a:r>
              <a:rPr sz="2325" b="0">
                <a:solidFill>
                  <a:srgbClr val="55716A"/>
                </a:solidFill>
                <a:latin typeface="Arial"/>
                <a:ea typeface="Arial"/>
                <a:cs typeface="Arial"/>
              </a:rPr>
              <a:t>пройдены · 2 Windows-пропуска symlink</a:t>
            </a:r>
          </a:p>
        </p:txBody>
      </p:sp>
      <p:sp>
        <p:nvSpPr>
          <p:cNvPr id="5" name="">
            <a:extLst xmlns:a="http://schemas.openxmlformats.org/drawingml/2006/main">
              <a:ext uri="{FF2B5EF4-FFF2-40B4-BE49-F238E27FC236}">
                <a16:creationId xmlns:a16="http://schemas.microsoft.com/office/drawing/2014/main" id="{07E724DB-06F4-4307-84B1-CE9EB5B38415}"/>
              </a:ext>
            </a:extLst>
          </p:cNvPr>
          <p:cNvSpPr>
            <a:spLocks xmlns:a="http://schemas.openxmlformats.org/drawingml/2006/main" noGrp="1"/>
          </p:cNvSpPr>
          <p:nvPr/>
        </p:nvSpPr>
        <p:spPr>
          <a:xfrm xmlns:a="http://schemas.openxmlformats.org/drawingml/2006/main">
            <a:off x="742950" y="3762375"/>
            <a:ext cx="10668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23C3B"/>
                </a:solidFill>
                <a:latin typeface="Arial"/>
                <a:ea typeface="Arial"/>
                <a:cs typeface="Arial"/>
              </a:defRPr>
            </a:defPPr>
            <a:lvl1pPr>
              <a:defRPr sz="2175" b="0">
                <a:solidFill>
                  <a:srgbClr val="123C3B"/>
                </a:solidFill>
                <a:latin typeface="Arial"/>
                <a:ea typeface="Arial"/>
                <a:cs typeface="Arial"/>
              </a:defRPr>
            </a:lvl1pPr>
            <a:lvl2pPr>
              <a:defRPr sz="2175" b="0">
                <a:solidFill>
                  <a:srgbClr val="123C3B"/>
                </a:solidFill>
                <a:latin typeface="Arial"/>
                <a:ea typeface="Arial"/>
                <a:cs typeface="Arial"/>
              </a:defRPr>
            </a:lvl2pPr>
            <a:lvl3pPr>
              <a:defRPr sz="2175" b="0">
                <a:solidFill>
                  <a:srgbClr val="123C3B"/>
                </a:solidFill>
                <a:latin typeface="Arial"/>
                <a:ea typeface="Arial"/>
                <a:cs typeface="Arial"/>
              </a:defRPr>
            </a:lvl3pPr>
            <a:lvl4pPr>
              <a:defRPr sz="2175" b="0">
                <a:solidFill>
                  <a:srgbClr val="123C3B"/>
                </a:solidFill>
                <a:latin typeface="Arial"/>
                <a:ea typeface="Arial"/>
                <a:cs typeface="Arial"/>
              </a:defRPr>
            </a:lvl4pPr>
            <a:lvl5pPr>
              <a:defRPr sz="2175" b="0">
                <a:solidFill>
                  <a:srgbClr val="123C3B"/>
                </a:solidFill>
                <a:latin typeface="Arial"/>
                <a:ea typeface="Arial"/>
                <a:cs typeface="Arial"/>
              </a:defRPr>
            </a:lvl5pPr>
            <a:lvl6pPr>
              <a:defRPr sz="2175" b="0">
                <a:solidFill>
                  <a:srgbClr val="123C3B"/>
                </a:solidFill>
                <a:latin typeface="Arial"/>
                <a:ea typeface="Arial"/>
                <a:cs typeface="Arial"/>
              </a:defRPr>
            </a:lvl6pPr>
            <a:lvl7pPr>
              <a:defRPr sz="2175" b="0">
                <a:solidFill>
                  <a:srgbClr val="123C3B"/>
                </a:solidFill>
                <a:latin typeface="Arial"/>
                <a:ea typeface="Arial"/>
                <a:cs typeface="Arial"/>
              </a:defRPr>
            </a:lvl7pPr>
            <a:lvl8pPr>
              <a:defRPr sz="2175" b="0">
                <a:solidFill>
                  <a:srgbClr val="123C3B"/>
                </a:solidFill>
                <a:latin typeface="Arial"/>
                <a:ea typeface="Arial"/>
                <a:cs typeface="Arial"/>
              </a:defRPr>
            </a:lvl8pPr>
            <a:lvl9pPr>
              <a:defRPr sz="2175" b="0">
                <a:solidFill>
                  <a:srgbClr val="123C3B"/>
                </a:solidFill>
                <a:latin typeface="Arial"/>
                <a:ea typeface="Arial"/>
                <a:cs typeface="Arial"/>
              </a:defRPr>
            </a:lvl9pPr>
          </a:lstStyle>
          <a:p xmlns:a="http://schemas.openxmlformats.org/drawingml/2006/main">
            <a:pPr>
              <a:defRPr sz="2175" b="0">
                <a:solidFill>
                  <a:srgbClr val="123C3B"/>
                </a:solidFill>
                <a:latin typeface="Arial"/>
                <a:ea typeface="Arial"/>
                <a:cs typeface="Arial"/>
              </a:defRPr>
            </a:pPr>
            <a:r>
              <a:rPr sz="2175" b="0">
                <a:solidFill>
                  <a:srgbClr val="123C3B"/>
                </a:solidFill>
                <a:latin typeface="Arial"/>
                <a:ea typeface="Arial"/>
                <a:cs typeface="Arial"/>
              </a:rPr>
              <a:t>82 frontend + 23 PWA — входят в этот прогон</a:t>
            </a:r>
          </a:p>
          <a:p xmlns:a="http://schemas.openxmlformats.org/drawingml/2006/main">
            <a:pPr>
              <a:defRPr sz="2175" b="0">
                <a:solidFill>
                  <a:srgbClr val="123C3B"/>
                </a:solidFill>
                <a:latin typeface="Arial"/>
                <a:ea typeface="Arial"/>
                <a:cs typeface="Arial"/>
              </a:defRPr>
            </a:pPr>
            <a:r>
              <a:rPr sz="2175" b="0">
                <a:solidFill>
                  <a:srgbClr val="123C3B"/>
                </a:solidFill>
                <a:latin typeface="Arial"/>
                <a:ea typeface="Arial"/>
                <a:cs typeface="Arial"/>
              </a:rPr>
              <a:t>5 проверок iframe — отдельная последующая дельта</a:t>
            </a:r>
          </a:p>
        </p:txBody>
      </p:sp>
      <p:sp>
        <p:nvSpPr>
          <p:cNvPr id="6" name="">
            <a:extLst xmlns:a="http://schemas.openxmlformats.org/drawingml/2006/main">
              <a:ext uri="{FF2B5EF4-FFF2-40B4-BE49-F238E27FC236}">
                <a16:creationId xmlns:a16="http://schemas.microsoft.com/office/drawing/2014/main" id="{59F29876-5E63-4A24-AFEC-3F2DBF4EAA99}"/>
              </a:ext>
            </a:extLst>
          </p:cNvPr>
          <p:cNvSpPr>
            <a:spLocks xmlns:a="http://schemas.openxmlformats.org/drawingml/2006/main" noGrp="1"/>
          </p:cNvSpPr>
          <p:nvPr/>
        </p:nvSpPr>
        <p:spPr>
          <a:xfrm xmlns:a="http://schemas.openxmlformats.org/drawingml/2006/main">
            <a:off x="742950" y="51339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55716A"/>
                </a:solidFill>
                <a:latin typeface="Arial"/>
                <a:ea typeface="Arial"/>
                <a:cs typeface="Arial"/>
              </a:defRPr>
            </a:defPPr>
            <a:lvl1pPr>
              <a:defRPr sz="2025" b="0">
                <a:solidFill>
                  <a:srgbClr val="55716A"/>
                </a:solidFill>
                <a:latin typeface="Arial"/>
                <a:ea typeface="Arial"/>
                <a:cs typeface="Arial"/>
              </a:defRPr>
            </a:lvl1pPr>
            <a:lvl2pPr>
              <a:defRPr sz="2025" b="0">
                <a:solidFill>
                  <a:srgbClr val="55716A"/>
                </a:solidFill>
                <a:latin typeface="Arial"/>
                <a:ea typeface="Arial"/>
                <a:cs typeface="Arial"/>
              </a:defRPr>
            </a:lvl2pPr>
            <a:lvl3pPr>
              <a:defRPr sz="2025" b="0">
                <a:solidFill>
                  <a:srgbClr val="55716A"/>
                </a:solidFill>
                <a:latin typeface="Arial"/>
                <a:ea typeface="Arial"/>
                <a:cs typeface="Arial"/>
              </a:defRPr>
            </a:lvl3pPr>
            <a:lvl4pPr>
              <a:defRPr sz="2025" b="0">
                <a:solidFill>
                  <a:srgbClr val="55716A"/>
                </a:solidFill>
                <a:latin typeface="Arial"/>
                <a:ea typeface="Arial"/>
                <a:cs typeface="Arial"/>
              </a:defRPr>
            </a:lvl4pPr>
            <a:lvl5pPr>
              <a:defRPr sz="2025" b="0">
                <a:solidFill>
                  <a:srgbClr val="55716A"/>
                </a:solidFill>
                <a:latin typeface="Arial"/>
                <a:ea typeface="Arial"/>
                <a:cs typeface="Arial"/>
              </a:defRPr>
            </a:lvl5pPr>
            <a:lvl6pPr>
              <a:defRPr sz="2025" b="0">
                <a:solidFill>
                  <a:srgbClr val="55716A"/>
                </a:solidFill>
                <a:latin typeface="Arial"/>
                <a:ea typeface="Arial"/>
                <a:cs typeface="Arial"/>
              </a:defRPr>
            </a:lvl6pPr>
            <a:lvl7pPr>
              <a:defRPr sz="2025" b="0">
                <a:solidFill>
                  <a:srgbClr val="55716A"/>
                </a:solidFill>
                <a:latin typeface="Arial"/>
                <a:ea typeface="Arial"/>
                <a:cs typeface="Arial"/>
              </a:defRPr>
            </a:lvl7pPr>
            <a:lvl8pPr>
              <a:defRPr sz="2025" b="0">
                <a:solidFill>
                  <a:srgbClr val="55716A"/>
                </a:solidFill>
                <a:latin typeface="Arial"/>
                <a:ea typeface="Arial"/>
                <a:cs typeface="Arial"/>
              </a:defRPr>
            </a:lvl8pPr>
            <a:lvl9pPr>
              <a:defRPr sz="2025" b="0">
                <a:solidFill>
                  <a:srgbClr val="55716A"/>
                </a:solidFill>
                <a:latin typeface="Arial"/>
                <a:ea typeface="Arial"/>
                <a:cs typeface="Arial"/>
              </a:defRPr>
            </a:lvl9pPr>
          </a:lstStyle>
          <a:p xmlns:a="http://schemas.openxmlformats.org/drawingml/2006/main">
            <a:pPr>
              <a:defRPr sz="2025" b="0">
                <a:solidFill>
                  <a:srgbClr val="55716A"/>
                </a:solidFill>
                <a:latin typeface="Arial"/>
                <a:ea typeface="Arial"/>
                <a:cs typeface="Arial"/>
              </a:defRPr>
            </a:pPr>
            <a:r>
              <a:rPr sz="2025" b="0">
                <a:solidFill>
                  <a:srgbClr val="55716A"/>
                </a:solidFill>
                <a:latin typeface="Arial"/>
                <a:ea typeface="Arial"/>
                <a:cs typeface="Arial"/>
              </a:rPr>
              <a:t>Живые примеры: клуб принят · EXPO-текст отклонён</a:t>
            </a:r>
          </a:p>
          <a:p xmlns:a="http://schemas.openxmlformats.org/drawingml/2006/main">
            <a:pPr>
              <a:defRPr sz="2025" b="0">
                <a:solidFill>
                  <a:srgbClr val="55716A"/>
                </a:solidFill>
                <a:latin typeface="Arial"/>
                <a:ea typeface="Arial"/>
                <a:cs typeface="Arial"/>
              </a:defRPr>
            </a:pPr>
            <a:r>
              <a:rPr sz="2025" b="0">
                <a:solidFill>
                  <a:srgbClr val="55716A"/>
                </a:solidFill>
                <a:latin typeface="Arial"/>
                <a:ea typeface="Arial"/>
                <a:cs typeface="Arial"/>
              </a:rPr>
              <a:t>Аптека: нет кандидатов → нет LLM и подмены кафе</a:t>
            </a:r>
          </a:p>
        </p:txBody>
      </p:sp>
    </p:spTree>
    <p:extLst>
      <p:ext uri="{BB962C8B-B14F-4D97-AF65-F5344CB8AC3E}">
        <p14:creationId xmlns:p14="http://schemas.microsoft.com/office/powerpoint/2010/main" val="1930856033"/>
      </p:ext>
    </p:extLst>
  </p:cSld>
</p:sld>
</file>

<file path=ppt/slides/slide8.xml><?xml version="1.0" encoding="utf-8"?>
<p:sld xmlns:p="http://schemas.openxmlformats.org/presentationml/2006/main">
  <p:cSld>
    <p:bg>
      <p:bgPr>
        <a:solidFill xmlns:a="http://schemas.openxmlformats.org/drawingml/2006/main">
          <a:srgbClr val="0A2D2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2EA7464-80D0-400D-9D59-776A2C1209F9}"/>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F4F0E5"/>
                </a:solidFill>
                <a:latin typeface="Arial"/>
                <a:ea typeface="Arial"/>
                <a:cs typeface="Arial"/>
              </a:defRPr>
            </a:defPPr>
            <a:lvl1pPr>
              <a:defRPr sz="3525" b="1">
                <a:solidFill>
                  <a:srgbClr val="F4F0E5"/>
                </a:solidFill>
                <a:latin typeface="Arial"/>
                <a:ea typeface="Arial"/>
                <a:cs typeface="Arial"/>
              </a:defRPr>
            </a:lvl1pPr>
            <a:lvl2pPr>
              <a:defRPr sz="3525" b="1">
                <a:solidFill>
                  <a:srgbClr val="F4F0E5"/>
                </a:solidFill>
                <a:latin typeface="Arial"/>
                <a:ea typeface="Arial"/>
                <a:cs typeface="Arial"/>
              </a:defRPr>
            </a:lvl2pPr>
            <a:lvl3pPr>
              <a:defRPr sz="3525" b="1">
                <a:solidFill>
                  <a:srgbClr val="F4F0E5"/>
                </a:solidFill>
                <a:latin typeface="Arial"/>
                <a:ea typeface="Arial"/>
                <a:cs typeface="Arial"/>
              </a:defRPr>
            </a:lvl3pPr>
            <a:lvl4pPr>
              <a:defRPr sz="3525" b="1">
                <a:solidFill>
                  <a:srgbClr val="F4F0E5"/>
                </a:solidFill>
                <a:latin typeface="Arial"/>
                <a:ea typeface="Arial"/>
                <a:cs typeface="Arial"/>
              </a:defRPr>
            </a:lvl4pPr>
            <a:lvl5pPr>
              <a:defRPr sz="3525" b="1">
                <a:solidFill>
                  <a:srgbClr val="F4F0E5"/>
                </a:solidFill>
                <a:latin typeface="Arial"/>
                <a:ea typeface="Arial"/>
                <a:cs typeface="Arial"/>
              </a:defRPr>
            </a:lvl5pPr>
            <a:lvl6pPr>
              <a:defRPr sz="3525" b="1">
                <a:solidFill>
                  <a:srgbClr val="F4F0E5"/>
                </a:solidFill>
                <a:latin typeface="Arial"/>
                <a:ea typeface="Arial"/>
                <a:cs typeface="Arial"/>
              </a:defRPr>
            </a:lvl6pPr>
            <a:lvl7pPr>
              <a:defRPr sz="3525" b="1">
                <a:solidFill>
                  <a:srgbClr val="F4F0E5"/>
                </a:solidFill>
                <a:latin typeface="Arial"/>
                <a:ea typeface="Arial"/>
                <a:cs typeface="Arial"/>
              </a:defRPr>
            </a:lvl7pPr>
            <a:lvl8pPr>
              <a:defRPr sz="3525" b="1">
                <a:solidFill>
                  <a:srgbClr val="F4F0E5"/>
                </a:solidFill>
                <a:latin typeface="Arial"/>
                <a:ea typeface="Arial"/>
                <a:cs typeface="Arial"/>
              </a:defRPr>
            </a:lvl8pPr>
            <a:lvl9pPr>
              <a:defRPr sz="3525" b="1">
                <a:solidFill>
                  <a:srgbClr val="F4F0E5"/>
                </a:solidFill>
                <a:latin typeface="Arial"/>
                <a:ea typeface="Arial"/>
                <a:cs typeface="Arial"/>
              </a:defRPr>
            </a:lvl9pPr>
          </a:lstStyle>
          <a:p xmlns:a="http://schemas.openxmlformats.org/drawingml/2006/main">
            <a:pPr>
              <a:defRPr sz="3525" b="1">
                <a:solidFill>
                  <a:srgbClr val="F4F0E5"/>
                </a:solidFill>
                <a:latin typeface="Arial"/>
                <a:ea typeface="Arial"/>
                <a:cs typeface="Arial"/>
              </a:defRPr>
            </a:pPr>
            <a:r>
              <a:rPr sz="3525" b="1">
                <a:solidFill>
                  <a:srgbClr val="F4F0E5"/>
                </a:solidFill>
                <a:latin typeface="Arial"/>
                <a:ea typeface="Arial"/>
                <a:cs typeface="Arial"/>
              </a:rPr>
              <a:t>Сценарии задачи №1</a:t>
            </a:r>
          </a:p>
        </p:txBody>
      </p:sp>
      <p:sp>
        <p:nvSpPr>
          <p:cNvPr id="2" name="">
            <a:extLst xmlns:a="http://schemas.openxmlformats.org/drawingml/2006/main">
              <a:ext uri="{FF2B5EF4-FFF2-40B4-BE49-F238E27FC236}">
                <a16:creationId xmlns:a16="http://schemas.microsoft.com/office/drawing/2014/main" id="{1E6BAB4F-D6EC-41DF-B644-E0509E22B92A}"/>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EC8C0"/>
                </a:solidFill>
                <a:latin typeface="Arial"/>
                <a:ea typeface="Arial"/>
                <a:cs typeface="Arial"/>
              </a:defRPr>
            </a:defPPr>
            <a:lvl1pPr>
              <a:defRPr sz="1350" b="0">
                <a:solidFill>
                  <a:srgbClr val="AEC8C0"/>
                </a:solidFill>
                <a:latin typeface="Arial"/>
                <a:ea typeface="Arial"/>
                <a:cs typeface="Arial"/>
              </a:defRPr>
            </a:lvl1pPr>
            <a:lvl2pPr>
              <a:defRPr sz="1350" b="0">
                <a:solidFill>
                  <a:srgbClr val="AEC8C0"/>
                </a:solidFill>
                <a:latin typeface="Arial"/>
                <a:ea typeface="Arial"/>
                <a:cs typeface="Arial"/>
              </a:defRPr>
            </a:lvl2pPr>
            <a:lvl3pPr>
              <a:defRPr sz="1350" b="0">
                <a:solidFill>
                  <a:srgbClr val="AEC8C0"/>
                </a:solidFill>
                <a:latin typeface="Arial"/>
                <a:ea typeface="Arial"/>
                <a:cs typeface="Arial"/>
              </a:defRPr>
            </a:lvl3pPr>
            <a:lvl4pPr>
              <a:defRPr sz="1350" b="0">
                <a:solidFill>
                  <a:srgbClr val="AEC8C0"/>
                </a:solidFill>
                <a:latin typeface="Arial"/>
                <a:ea typeface="Arial"/>
                <a:cs typeface="Arial"/>
              </a:defRPr>
            </a:lvl4pPr>
            <a:lvl5pPr>
              <a:defRPr sz="1350" b="0">
                <a:solidFill>
                  <a:srgbClr val="AEC8C0"/>
                </a:solidFill>
                <a:latin typeface="Arial"/>
                <a:ea typeface="Arial"/>
                <a:cs typeface="Arial"/>
              </a:defRPr>
            </a:lvl5pPr>
            <a:lvl6pPr>
              <a:defRPr sz="1350" b="0">
                <a:solidFill>
                  <a:srgbClr val="AEC8C0"/>
                </a:solidFill>
                <a:latin typeface="Arial"/>
                <a:ea typeface="Arial"/>
                <a:cs typeface="Arial"/>
              </a:defRPr>
            </a:lvl6pPr>
            <a:lvl7pPr>
              <a:defRPr sz="1350" b="0">
                <a:solidFill>
                  <a:srgbClr val="AEC8C0"/>
                </a:solidFill>
                <a:latin typeface="Arial"/>
                <a:ea typeface="Arial"/>
                <a:cs typeface="Arial"/>
              </a:defRPr>
            </a:lvl7pPr>
            <a:lvl8pPr>
              <a:defRPr sz="1350" b="0">
                <a:solidFill>
                  <a:srgbClr val="AEC8C0"/>
                </a:solidFill>
                <a:latin typeface="Arial"/>
                <a:ea typeface="Arial"/>
                <a:cs typeface="Arial"/>
              </a:defRPr>
            </a:lvl8pPr>
            <a:lvl9pPr>
              <a:defRPr sz="1350" b="0">
                <a:solidFill>
                  <a:srgbClr val="AEC8C0"/>
                </a:solidFill>
                <a:latin typeface="Arial"/>
                <a:ea typeface="Arial"/>
                <a:cs typeface="Arial"/>
              </a:defRPr>
            </a:lvl9pPr>
          </a:lstStyle>
          <a:p xmlns:a="http://schemas.openxmlformats.org/drawingml/2006/main">
            <a:pPr>
              <a:defRPr sz="1350" b="0">
                <a:solidFill>
                  <a:srgbClr val="AEC8C0"/>
                </a:solidFill>
                <a:latin typeface="Arial"/>
                <a:ea typeface="Arial"/>
                <a:cs typeface="Arial"/>
              </a:defRPr>
            </a:pPr>
            <a:r>
              <a:rPr sz="1350" b="0">
                <a:solidFill>
                  <a:srgbClr val="AEC8C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733ACFE-472F-4774-AE70-D413A2AD2427}"/>
              </a:ext>
            </a:extLst>
          </p:cNvPr>
          <p:cNvSpPr>
            <a:spLocks xmlns:a="http://schemas.openxmlformats.org/drawingml/2006/main" noGrp="1"/>
          </p:cNvSpPr>
          <p:nvPr/>
        </p:nvSpPr>
        <p:spPr>
          <a:xfrm xmlns:a="http://schemas.openxmlformats.org/drawingml/2006/main">
            <a:off x="685800" y="1704975"/>
            <a:ext cx="4876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63D3BE"/>
                </a:solidFill>
                <a:latin typeface="Arial"/>
                <a:ea typeface="Arial"/>
                <a:cs typeface="Arial"/>
              </a:defRPr>
            </a:defPPr>
            <a:lvl1pPr>
              <a:defRPr sz="2175" b="1">
                <a:solidFill>
                  <a:srgbClr val="63D3BE"/>
                </a:solidFill>
                <a:latin typeface="Arial"/>
                <a:ea typeface="Arial"/>
                <a:cs typeface="Arial"/>
              </a:defRPr>
            </a:lvl1pPr>
            <a:lvl2pPr>
              <a:defRPr sz="2175" b="1">
                <a:solidFill>
                  <a:srgbClr val="63D3BE"/>
                </a:solidFill>
                <a:latin typeface="Arial"/>
                <a:ea typeface="Arial"/>
                <a:cs typeface="Arial"/>
              </a:defRPr>
            </a:lvl2pPr>
            <a:lvl3pPr>
              <a:defRPr sz="2175" b="1">
                <a:solidFill>
                  <a:srgbClr val="63D3BE"/>
                </a:solidFill>
                <a:latin typeface="Arial"/>
                <a:ea typeface="Arial"/>
                <a:cs typeface="Arial"/>
              </a:defRPr>
            </a:lvl3pPr>
            <a:lvl4pPr>
              <a:defRPr sz="2175" b="1">
                <a:solidFill>
                  <a:srgbClr val="63D3BE"/>
                </a:solidFill>
                <a:latin typeface="Arial"/>
                <a:ea typeface="Arial"/>
                <a:cs typeface="Arial"/>
              </a:defRPr>
            </a:lvl4pPr>
            <a:lvl5pPr>
              <a:defRPr sz="2175" b="1">
                <a:solidFill>
                  <a:srgbClr val="63D3BE"/>
                </a:solidFill>
                <a:latin typeface="Arial"/>
                <a:ea typeface="Arial"/>
                <a:cs typeface="Arial"/>
              </a:defRPr>
            </a:lvl5pPr>
            <a:lvl6pPr>
              <a:defRPr sz="2175" b="1">
                <a:solidFill>
                  <a:srgbClr val="63D3BE"/>
                </a:solidFill>
                <a:latin typeface="Arial"/>
                <a:ea typeface="Arial"/>
                <a:cs typeface="Arial"/>
              </a:defRPr>
            </a:lvl6pPr>
            <a:lvl7pPr>
              <a:defRPr sz="2175" b="1">
                <a:solidFill>
                  <a:srgbClr val="63D3BE"/>
                </a:solidFill>
                <a:latin typeface="Arial"/>
                <a:ea typeface="Arial"/>
                <a:cs typeface="Arial"/>
              </a:defRPr>
            </a:lvl7pPr>
            <a:lvl8pPr>
              <a:defRPr sz="2175" b="1">
                <a:solidFill>
                  <a:srgbClr val="63D3BE"/>
                </a:solidFill>
                <a:latin typeface="Arial"/>
                <a:ea typeface="Arial"/>
                <a:cs typeface="Arial"/>
              </a:defRPr>
            </a:lvl8pPr>
            <a:lvl9pPr>
              <a:defRPr sz="2175" b="1">
                <a:solidFill>
                  <a:srgbClr val="63D3BE"/>
                </a:solidFill>
                <a:latin typeface="Arial"/>
                <a:ea typeface="Arial"/>
                <a:cs typeface="Arial"/>
              </a:defRPr>
            </a:lvl9pPr>
          </a:lstStyle>
          <a:p xmlns:a="http://schemas.openxmlformats.org/drawingml/2006/main">
            <a:pPr>
              <a:defRPr sz="2175" b="1">
                <a:solidFill>
                  <a:srgbClr val="63D3BE"/>
                </a:solidFill>
                <a:latin typeface="Arial"/>
                <a:ea typeface="Arial"/>
                <a:cs typeface="Arial"/>
              </a:defRPr>
            </a:pPr>
            <a:r>
              <a:rPr sz="2175" b="1">
                <a:solidFill>
                  <a:srgbClr val="63D3BE"/>
                </a:solidFill>
                <a:latin typeface="Arial"/>
                <a:ea typeface="Arial"/>
                <a:cs typeface="Arial"/>
              </a:rPr>
              <a:t>MEGA · 30–60 минут</a:t>
            </a:r>
          </a:p>
        </p:txBody>
      </p:sp>
      <p:sp>
        <p:nvSpPr>
          <p:cNvPr id="4" name="">
            <a:extLst xmlns:a="http://schemas.openxmlformats.org/drawingml/2006/main">
              <a:ext uri="{FF2B5EF4-FFF2-40B4-BE49-F238E27FC236}">
                <a16:creationId xmlns:a16="http://schemas.microsoft.com/office/drawing/2014/main" id="{DCF2BCB6-61F9-464A-AD59-23E9BEBFCA73}"/>
              </a:ext>
            </a:extLst>
          </p:cNvPr>
          <p:cNvSpPr>
            <a:spLocks xmlns:a="http://schemas.openxmlformats.org/drawingml/2006/main" noGrp="1"/>
          </p:cNvSpPr>
          <p:nvPr/>
        </p:nvSpPr>
        <p:spPr>
          <a:xfrm xmlns:a="http://schemas.openxmlformats.org/drawingml/2006/main">
            <a:off x="6048375" y="1704975"/>
            <a:ext cx="538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Прогулка в диапазоне времени</a:t>
            </a:r>
          </a:p>
        </p:txBody>
      </p:sp>
      <p:sp>
        <p:nvSpPr>
          <p:cNvPr id="5" name="">
            <a:extLst xmlns:a="http://schemas.openxmlformats.org/drawingml/2006/main">
              <a:ext uri="{FF2B5EF4-FFF2-40B4-BE49-F238E27FC236}">
                <a16:creationId xmlns:a16="http://schemas.microsoft.com/office/drawing/2014/main" id="{7F4E5197-FDA7-44C7-9C1B-276B1915ADC5}"/>
              </a:ext>
            </a:extLst>
          </p:cNvPr>
          <p:cNvSpPr>
            <a:spLocks xmlns:a="http://schemas.openxmlformats.org/drawingml/2006/main" noGrp="1"/>
          </p:cNvSpPr>
          <p:nvPr/>
        </p:nvSpPr>
        <p:spPr>
          <a:xfrm xmlns:a="http://schemas.openxmlformats.org/drawingml/2006/main">
            <a:off x="685800" y="2514600"/>
            <a:ext cx="4876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63D3BE"/>
                </a:solidFill>
                <a:latin typeface="Arial"/>
                <a:ea typeface="Arial"/>
                <a:cs typeface="Arial"/>
              </a:defRPr>
            </a:defPPr>
            <a:lvl1pPr>
              <a:defRPr sz="2175" b="1">
                <a:solidFill>
                  <a:srgbClr val="63D3BE"/>
                </a:solidFill>
                <a:latin typeface="Arial"/>
                <a:ea typeface="Arial"/>
                <a:cs typeface="Arial"/>
              </a:defRPr>
            </a:lvl1pPr>
            <a:lvl2pPr>
              <a:defRPr sz="2175" b="1">
                <a:solidFill>
                  <a:srgbClr val="63D3BE"/>
                </a:solidFill>
                <a:latin typeface="Arial"/>
                <a:ea typeface="Arial"/>
                <a:cs typeface="Arial"/>
              </a:defRPr>
            </a:lvl2pPr>
            <a:lvl3pPr>
              <a:defRPr sz="2175" b="1">
                <a:solidFill>
                  <a:srgbClr val="63D3BE"/>
                </a:solidFill>
                <a:latin typeface="Arial"/>
                <a:ea typeface="Arial"/>
                <a:cs typeface="Arial"/>
              </a:defRPr>
            </a:lvl3pPr>
            <a:lvl4pPr>
              <a:defRPr sz="2175" b="1">
                <a:solidFill>
                  <a:srgbClr val="63D3BE"/>
                </a:solidFill>
                <a:latin typeface="Arial"/>
                <a:ea typeface="Arial"/>
                <a:cs typeface="Arial"/>
              </a:defRPr>
            </a:lvl4pPr>
            <a:lvl5pPr>
              <a:defRPr sz="2175" b="1">
                <a:solidFill>
                  <a:srgbClr val="63D3BE"/>
                </a:solidFill>
                <a:latin typeface="Arial"/>
                <a:ea typeface="Arial"/>
                <a:cs typeface="Arial"/>
              </a:defRPr>
            </a:lvl5pPr>
            <a:lvl6pPr>
              <a:defRPr sz="2175" b="1">
                <a:solidFill>
                  <a:srgbClr val="63D3BE"/>
                </a:solidFill>
                <a:latin typeface="Arial"/>
                <a:ea typeface="Arial"/>
                <a:cs typeface="Arial"/>
              </a:defRPr>
            </a:lvl6pPr>
            <a:lvl7pPr>
              <a:defRPr sz="2175" b="1">
                <a:solidFill>
                  <a:srgbClr val="63D3BE"/>
                </a:solidFill>
                <a:latin typeface="Arial"/>
                <a:ea typeface="Arial"/>
                <a:cs typeface="Arial"/>
              </a:defRPr>
            </a:lvl7pPr>
            <a:lvl8pPr>
              <a:defRPr sz="2175" b="1">
                <a:solidFill>
                  <a:srgbClr val="63D3BE"/>
                </a:solidFill>
                <a:latin typeface="Arial"/>
                <a:ea typeface="Arial"/>
                <a:cs typeface="Arial"/>
              </a:defRPr>
            </a:lvl8pPr>
            <a:lvl9pPr>
              <a:defRPr sz="2175" b="1">
                <a:solidFill>
                  <a:srgbClr val="63D3BE"/>
                </a:solidFill>
                <a:latin typeface="Arial"/>
                <a:ea typeface="Arial"/>
                <a:cs typeface="Arial"/>
              </a:defRPr>
            </a:lvl9pPr>
          </a:lstStyle>
          <a:p xmlns:a="http://schemas.openxmlformats.org/drawingml/2006/main">
            <a:pPr>
              <a:defRPr sz="2175" b="1">
                <a:solidFill>
                  <a:srgbClr val="63D3BE"/>
                </a:solidFill>
                <a:latin typeface="Arial"/>
                <a:ea typeface="Arial"/>
                <a:cs typeface="Arial"/>
              </a:defRPr>
            </a:pPr>
            <a:r>
              <a:rPr sz="2175" b="1">
                <a:solidFill>
                  <a:srgbClr val="63D3BE"/>
                </a:solidFill>
                <a:latin typeface="Arial"/>
                <a:ea typeface="Arial"/>
                <a:cs typeface="Arial"/>
              </a:rPr>
              <a:t>Кофе + тишина + розетка</a:t>
            </a:r>
          </a:p>
        </p:txBody>
      </p:sp>
      <p:sp>
        <p:nvSpPr>
          <p:cNvPr id="6" name="">
            <a:extLst xmlns:a="http://schemas.openxmlformats.org/drawingml/2006/main">
              <a:ext uri="{FF2B5EF4-FFF2-40B4-BE49-F238E27FC236}">
                <a16:creationId xmlns:a16="http://schemas.microsoft.com/office/drawing/2014/main" id="{18ACEB5D-4818-4DB2-80F9-02A2F17BF7A8}"/>
              </a:ext>
            </a:extLst>
          </p:cNvPr>
          <p:cNvSpPr>
            <a:spLocks xmlns:a="http://schemas.openxmlformats.org/drawingml/2006/main" noGrp="1"/>
          </p:cNvSpPr>
          <p:nvPr/>
        </p:nvSpPr>
        <p:spPr>
          <a:xfrm xmlns:a="http://schemas.openxmlformats.org/drawingml/2006/main">
            <a:off x="6048375" y="2514600"/>
            <a:ext cx="538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Только подтверждённые свойства</a:t>
            </a:r>
          </a:p>
        </p:txBody>
      </p:sp>
      <p:sp>
        <p:nvSpPr>
          <p:cNvPr id="7" name="">
            <a:extLst xmlns:a="http://schemas.openxmlformats.org/drawingml/2006/main">
              <a:ext uri="{FF2B5EF4-FFF2-40B4-BE49-F238E27FC236}">
                <a16:creationId xmlns:a16="http://schemas.microsoft.com/office/drawing/2014/main" id="{A1363C9A-42B6-4A29-9D91-2C049037E770}"/>
              </a:ext>
            </a:extLst>
          </p:cNvPr>
          <p:cNvSpPr>
            <a:spLocks xmlns:a="http://schemas.openxmlformats.org/drawingml/2006/main" noGrp="1"/>
          </p:cNvSpPr>
          <p:nvPr/>
        </p:nvSpPr>
        <p:spPr>
          <a:xfrm xmlns:a="http://schemas.openxmlformats.org/drawingml/2006/main">
            <a:off x="685800" y="3324225"/>
            <a:ext cx="4876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63D3BE"/>
                </a:solidFill>
                <a:latin typeface="Arial"/>
                <a:ea typeface="Arial"/>
                <a:cs typeface="Arial"/>
              </a:defRPr>
            </a:defPPr>
            <a:lvl1pPr>
              <a:defRPr sz="2175" b="1">
                <a:solidFill>
                  <a:srgbClr val="63D3BE"/>
                </a:solidFill>
                <a:latin typeface="Arial"/>
                <a:ea typeface="Arial"/>
                <a:cs typeface="Arial"/>
              </a:defRPr>
            </a:lvl1pPr>
            <a:lvl2pPr>
              <a:defRPr sz="2175" b="1">
                <a:solidFill>
                  <a:srgbClr val="63D3BE"/>
                </a:solidFill>
                <a:latin typeface="Arial"/>
                <a:ea typeface="Arial"/>
                <a:cs typeface="Arial"/>
              </a:defRPr>
            </a:lvl2pPr>
            <a:lvl3pPr>
              <a:defRPr sz="2175" b="1">
                <a:solidFill>
                  <a:srgbClr val="63D3BE"/>
                </a:solidFill>
                <a:latin typeface="Arial"/>
                <a:ea typeface="Arial"/>
                <a:cs typeface="Arial"/>
              </a:defRPr>
            </a:lvl3pPr>
            <a:lvl4pPr>
              <a:defRPr sz="2175" b="1">
                <a:solidFill>
                  <a:srgbClr val="63D3BE"/>
                </a:solidFill>
                <a:latin typeface="Arial"/>
                <a:ea typeface="Arial"/>
                <a:cs typeface="Arial"/>
              </a:defRPr>
            </a:lvl4pPr>
            <a:lvl5pPr>
              <a:defRPr sz="2175" b="1">
                <a:solidFill>
                  <a:srgbClr val="63D3BE"/>
                </a:solidFill>
                <a:latin typeface="Arial"/>
                <a:ea typeface="Arial"/>
                <a:cs typeface="Arial"/>
              </a:defRPr>
            </a:lvl5pPr>
            <a:lvl6pPr>
              <a:defRPr sz="2175" b="1">
                <a:solidFill>
                  <a:srgbClr val="63D3BE"/>
                </a:solidFill>
                <a:latin typeface="Arial"/>
                <a:ea typeface="Arial"/>
                <a:cs typeface="Arial"/>
              </a:defRPr>
            </a:lvl6pPr>
            <a:lvl7pPr>
              <a:defRPr sz="2175" b="1">
                <a:solidFill>
                  <a:srgbClr val="63D3BE"/>
                </a:solidFill>
                <a:latin typeface="Arial"/>
                <a:ea typeface="Arial"/>
                <a:cs typeface="Arial"/>
              </a:defRPr>
            </a:lvl7pPr>
            <a:lvl8pPr>
              <a:defRPr sz="2175" b="1">
                <a:solidFill>
                  <a:srgbClr val="63D3BE"/>
                </a:solidFill>
                <a:latin typeface="Arial"/>
                <a:ea typeface="Arial"/>
                <a:cs typeface="Arial"/>
              </a:defRPr>
            </a:lvl8pPr>
            <a:lvl9pPr>
              <a:defRPr sz="2175" b="1">
                <a:solidFill>
                  <a:srgbClr val="63D3BE"/>
                </a:solidFill>
                <a:latin typeface="Arial"/>
                <a:ea typeface="Arial"/>
                <a:cs typeface="Arial"/>
              </a:defRPr>
            </a:lvl9pPr>
          </a:lstStyle>
          <a:p xmlns:a="http://schemas.openxmlformats.org/drawingml/2006/main">
            <a:pPr>
              <a:defRPr sz="2175" b="1">
                <a:solidFill>
                  <a:srgbClr val="63D3BE"/>
                </a:solidFill>
                <a:latin typeface="Arial"/>
                <a:ea typeface="Arial"/>
                <a:cs typeface="Arial"/>
              </a:defRPr>
            </a:pPr>
            <a:r>
              <a:rPr sz="2175" b="1">
                <a:solidFill>
                  <a:srgbClr val="63D3BE"/>
                </a:solidFill>
                <a:latin typeface="Arial"/>
                <a:ea typeface="Arial"/>
                <a:cs typeface="Arial"/>
              </a:rPr>
              <a:t>Ребёнок · парк или музей</a:t>
            </a:r>
          </a:p>
        </p:txBody>
      </p:sp>
      <p:sp>
        <p:nvSpPr>
          <p:cNvPr id="8" name="">
            <a:extLst xmlns:a="http://schemas.openxmlformats.org/drawingml/2006/main">
              <a:ext uri="{FF2B5EF4-FFF2-40B4-BE49-F238E27FC236}">
                <a16:creationId xmlns:a16="http://schemas.microsoft.com/office/drawing/2014/main" id="{0B1847B1-98DA-4158-853F-FFE25DF6D36E}"/>
              </a:ext>
            </a:extLst>
          </p:cNvPr>
          <p:cNvSpPr>
            <a:spLocks xmlns:a="http://schemas.openxmlformats.org/drawingml/2006/main" noGrp="1"/>
          </p:cNvSpPr>
          <p:nvPr/>
        </p:nvSpPr>
        <p:spPr>
          <a:xfrm xmlns:a="http://schemas.openxmlformats.org/drawingml/2006/main">
            <a:off x="6048375" y="3324225"/>
            <a:ext cx="538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Альтернативы, не выдуманный интерактив</a:t>
            </a:r>
          </a:p>
        </p:txBody>
      </p:sp>
      <p:sp>
        <p:nvSpPr>
          <p:cNvPr id="9" name="">
            <a:extLst xmlns:a="http://schemas.openxmlformats.org/drawingml/2006/main">
              <a:ext uri="{FF2B5EF4-FFF2-40B4-BE49-F238E27FC236}">
                <a16:creationId xmlns:a16="http://schemas.microsoft.com/office/drawing/2014/main" id="{B8DE0308-2D19-496F-BD2C-F23D2D742E18}"/>
              </a:ext>
            </a:extLst>
          </p:cNvPr>
          <p:cNvSpPr>
            <a:spLocks xmlns:a="http://schemas.openxmlformats.org/drawingml/2006/main" noGrp="1"/>
          </p:cNvSpPr>
          <p:nvPr/>
        </p:nvSpPr>
        <p:spPr>
          <a:xfrm xmlns:a="http://schemas.openxmlformats.org/drawingml/2006/main">
            <a:off x="685800" y="4133850"/>
            <a:ext cx="4876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63D3BE"/>
                </a:solidFill>
                <a:latin typeface="Arial"/>
                <a:ea typeface="Arial"/>
                <a:cs typeface="Arial"/>
              </a:defRPr>
            </a:defPPr>
            <a:lvl1pPr>
              <a:defRPr sz="2175" b="1">
                <a:solidFill>
                  <a:srgbClr val="63D3BE"/>
                </a:solidFill>
                <a:latin typeface="Arial"/>
                <a:ea typeface="Arial"/>
                <a:cs typeface="Arial"/>
              </a:defRPr>
            </a:lvl1pPr>
            <a:lvl2pPr>
              <a:defRPr sz="2175" b="1">
                <a:solidFill>
                  <a:srgbClr val="63D3BE"/>
                </a:solidFill>
                <a:latin typeface="Arial"/>
                <a:ea typeface="Arial"/>
                <a:cs typeface="Arial"/>
              </a:defRPr>
            </a:lvl2pPr>
            <a:lvl3pPr>
              <a:defRPr sz="2175" b="1">
                <a:solidFill>
                  <a:srgbClr val="63D3BE"/>
                </a:solidFill>
                <a:latin typeface="Arial"/>
                <a:ea typeface="Arial"/>
                <a:cs typeface="Arial"/>
              </a:defRPr>
            </a:lvl3pPr>
            <a:lvl4pPr>
              <a:defRPr sz="2175" b="1">
                <a:solidFill>
                  <a:srgbClr val="63D3BE"/>
                </a:solidFill>
                <a:latin typeface="Arial"/>
                <a:ea typeface="Arial"/>
                <a:cs typeface="Arial"/>
              </a:defRPr>
            </a:lvl4pPr>
            <a:lvl5pPr>
              <a:defRPr sz="2175" b="1">
                <a:solidFill>
                  <a:srgbClr val="63D3BE"/>
                </a:solidFill>
                <a:latin typeface="Arial"/>
                <a:ea typeface="Arial"/>
                <a:cs typeface="Arial"/>
              </a:defRPr>
            </a:lvl5pPr>
            <a:lvl6pPr>
              <a:defRPr sz="2175" b="1">
                <a:solidFill>
                  <a:srgbClr val="63D3BE"/>
                </a:solidFill>
                <a:latin typeface="Arial"/>
                <a:ea typeface="Arial"/>
                <a:cs typeface="Arial"/>
              </a:defRPr>
            </a:lvl6pPr>
            <a:lvl7pPr>
              <a:defRPr sz="2175" b="1">
                <a:solidFill>
                  <a:srgbClr val="63D3BE"/>
                </a:solidFill>
                <a:latin typeface="Arial"/>
                <a:ea typeface="Arial"/>
                <a:cs typeface="Arial"/>
              </a:defRPr>
            </a:lvl7pPr>
            <a:lvl8pPr>
              <a:defRPr sz="2175" b="1">
                <a:solidFill>
                  <a:srgbClr val="63D3BE"/>
                </a:solidFill>
                <a:latin typeface="Arial"/>
                <a:ea typeface="Arial"/>
                <a:cs typeface="Arial"/>
              </a:defRPr>
            </a:lvl8pPr>
            <a:lvl9pPr>
              <a:defRPr sz="2175" b="1">
                <a:solidFill>
                  <a:srgbClr val="63D3BE"/>
                </a:solidFill>
                <a:latin typeface="Arial"/>
                <a:ea typeface="Arial"/>
                <a:cs typeface="Arial"/>
              </a:defRPr>
            </a:lvl9pPr>
          </a:lstStyle>
          <a:p xmlns:a="http://schemas.openxmlformats.org/drawingml/2006/main">
            <a:pPr>
              <a:defRPr sz="2175" b="1">
                <a:solidFill>
                  <a:srgbClr val="63D3BE"/>
                </a:solidFill>
                <a:latin typeface="Arial"/>
                <a:ea typeface="Arial"/>
                <a:cs typeface="Arial"/>
              </a:defRPr>
            </a:pPr>
            <a:r>
              <a:rPr sz="2175" b="1">
                <a:solidFill>
                  <a:srgbClr val="63D3BE"/>
                </a:solidFill>
                <a:latin typeface="Arial"/>
                <a:ea typeface="Arial"/>
                <a:cs typeface="Arial"/>
              </a:rPr>
              <a:t>Аэропорт · 2 часа до вылета</a:t>
            </a:r>
          </a:p>
        </p:txBody>
      </p:sp>
      <p:sp>
        <p:nvSpPr>
          <p:cNvPr id="10" name="">
            <a:extLst xmlns:a="http://schemas.openxmlformats.org/drawingml/2006/main">
              <a:ext uri="{FF2B5EF4-FFF2-40B4-BE49-F238E27FC236}">
                <a16:creationId xmlns:a16="http://schemas.microsoft.com/office/drawing/2014/main" id="{23BA4F88-D912-46E8-949B-08C2639F69E1}"/>
              </a:ext>
            </a:extLst>
          </p:cNvPr>
          <p:cNvSpPr>
            <a:spLocks xmlns:a="http://schemas.openxmlformats.org/drawingml/2006/main" noGrp="1"/>
          </p:cNvSpPr>
          <p:nvPr/>
        </p:nvSpPr>
        <p:spPr>
          <a:xfrm xmlns:a="http://schemas.openxmlformats.org/drawingml/2006/main">
            <a:off x="6048375" y="4133850"/>
            <a:ext cx="538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Заявить, что трансфер и контроль не входят</a:t>
            </a:r>
          </a:p>
        </p:txBody>
      </p:sp>
      <p:sp>
        <p:nvSpPr>
          <p:cNvPr id="11" name="">
            <a:extLst xmlns:a="http://schemas.openxmlformats.org/drawingml/2006/main">
              <a:ext uri="{FF2B5EF4-FFF2-40B4-BE49-F238E27FC236}">
                <a16:creationId xmlns:a16="http://schemas.microsoft.com/office/drawing/2014/main" id="{39252891-B36C-4936-978B-E72C0392E526}"/>
              </a:ext>
            </a:extLst>
          </p:cNvPr>
          <p:cNvSpPr>
            <a:spLocks xmlns:a="http://schemas.openxmlformats.org/drawingml/2006/main" noGrp="1"/>
          </p:cNvSpPr>
          <p:nvPr/>
        </p:nvSpPr>
        <p:spPr>
          <a:xfrm xmlns:a="http://schemas.openxmlformats.org/drawingml/2006/main">
            <a:off x="685800" y="4943475"/>
            <a:ext cx="4876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63D3BE"/>
                </a:solidFill>
                <a:latin typeface="Arial"/>
                <a:ea typeface="Arial"/>
                <a:cs typeface="Arial"/>
              </a:defRPr>
            </a:defPPr>
            <a:lvl1pPr>
              <a:defRPr sz="2175" b="1">
                <a:solidFill>
                  <a:srgbClr val="63D3BE"/>
                </a:solidFill>
                <a:latin typeface="Arial"/>
                <a:ea typeface="Arial"/>
                <a:cs typeface="Arial"/>
              </a:defRPr>
            </a:lvl1pPr>
            <a:lvl2pPr>
              <a:defRPr sz="2175" b="1">
                <a:solidFill>
                  <a:srgbClr val="63D3BE"/>
                </a:solidFill>
                <a:latin typeface="Arial"/>
                <a:ea typeface="Arial"/>
                <a:cs typeface="Arial"/>
              </a:defRPr>
            </a:lvl2pPr>
            <a:lvl3pPr>
              <a:defRPr sz="2175" b="1">
                <a:solidFill>
                  <a:srgbClr val="63D3BE"/>
                </a:solidFill>
                <a:latin typeface="Arial"/>
                <a:ea typeface="Arial"/>
                <a:cs typeface="Arial"/>
              </a:defRPr>
            </a:lvl3pPr>
            <a:lvl4pPr>
              <a:defRPr sz="2175" b="1">
                <a:solidFill>
                  <a:srgbClr val="63D3BE"/>
                </a:solidFill>
                <a:latin typeface="Arial"/>
                <a:ea typeface="Arial"/>
                <a:cs typeface="Arial"/>
              </a:defRPr>
            </a:lvl4pPr>
            <a:lvl5pPr>
              <a:defRPr sz="2175" b="1">
                <a:solidFill>
                  <a:srgbClr val="63D3BE"/>
                </a:solidFill>
                <a:latin typeface="Arial"/>
                <a:ea typeface="Arial"/>
                <a:cs typeface="Arial"/>
              </a:defRPr>
            </a:lvl5pPr>
            <a:lvl6pPr>
              <a:defRPr sz="2175" b="1">
                <a:solidFill>
                  <a:srgbClr val="63D3BE"/>
                </a:solidFill>
                <a:latin typeface="Arial"/>
                <a:ea typeface="Arial"/>
                <a:cs typeface="Arial"/>
              </a:defRPr>
            </a:lvl6pPr>
            <a:lvl7pPr>
              <a:defRPr sz="2175" b="1">
                <a:solidFill>
                  <a:srgbClr val="63D3BE"/>
                </a:solidFill>
                <a:latin typeface="Arial"/>
                <a:ea typeface="Arial"/>
                <a:cs typeface="Arial"/>
              </a:defRPr>
            </a:lvl7pPr>
            <a:lvl8pPr>
              <a:defRPr sz="2175" b="1">
                <a:solidFill>
                  <a:srgbClr val="63D3BE"/>
                </a:solidFill>
                <a:latin typeface="Arial"/>
                <a:ea typeface="Arial"/>
                <a:cs typeface="Arial"/>
              </a:defRPr>
            </a:lvl8pPr>
            <a:lvl9pPr>
              <a:defRPr sz="2175" b="1">
                <a:solidFill>
                  <a:srgbClr val="63D3BE"/>
                </a:solidFill>
                <a:latin typeface="Arial"/>
                <a:ea typeface="Arial"/>
                <a:cs typeface="Arial"/>
              </a:defRPr>
            </a:lvl9pPr>
          </a:lstStyle>
          <a:p xmlns:a="http://schemas.openxmlformats.org/drawingml/2006/main">
            <a:pPr>
              <a:defRPr sz="2175" b="1">
                <a:solidFill>
                  <a:srgbClr val="63D3BE"/>
                </a:solidFill>
                <a:latin typeface="Arial"/>
                <a:ea typeface="Arial"/>
                <a:cs typeface="Arial"/>
              </a:defRPr>
            </a:pPr>
            <a:r>
              <a:rPr sz="2175" b="1">
                <a:solidFill>
                  <a:srgbClr val="63D3BE"/>
                </a:solidFill>
                <a:latin typeface="Arial"/>
                <a:ea typeface="Arial"/>
                <a:cs typeface="Arial"/>
              </a:rPr>
              <a:t>Ночь · Абу-Даби / EXPO</a:t>
            </a:r>
          </a:p>
        </p:txBody>
      </p:sp>
      <p:sp>
        <p:nvSpPr>
          <p:cNvPr id="12" name="">
            <a:extLst xmlns:a="http://schemas.openxmlformats.org/drawingml/2006/main">
              <a:ext uri="{FF2B5EF4-FFF2-40B4-BE49-F238E27FC236}">
                <a16:creationId xmlns:a16="http://schemas.microsoft.com/office/drawing/2014/main" id="{4B8BB391-DBBD-425C-B638-83F27FBE6986}"/>
              </a:ext>
            </a:extLst>
          </p:cNvPr>
          <p:cNvSpPr>
            <a:spLocks xmlns:a="http://schemas.openxmlformats.org/drawingml/2006/main" noGrp="1"/>
          </p:cNvSpPr>
          <p:nvPr/>
        </p:nvSpPr>
        <p:spPr>
          <a:xfrm xmlns:a="http://schemas.openxmlformats.org/drawingml/2006/main">
            <a:off x="6048375" y="4943475"/>
            <a:ext cx="5381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F4F0E5"/>
                </a:solidFill>
                <a:latin typeface="Arial"/>
                <a:ea typeface="Arial"/>
                <a:cs typeface="Arial"/>
              </a:defRPr>
            </a:defPPr>
            <a:lvl1pPr>
              <a:defRPr sz="2025" b="0">
                <a:solidFill>
                  <a:srgbClr val="F4F0E5"/>
                </a:solidFill>
                <a:latin typeface="Arial"/>
                <a:ea typeface="Arial"/>
                <a:cs typeface="Arial"/>
              </a:defRPr>
            </a:lvl1pPr>
            <a:lvl2pPr>
              <a:defRPr sz="2025" b="0">
                <a:solidFill>
                  <a:srgbClr val="F4F0E5"/>
                </a:solidFill>
                <a:latin typeface="Arial"/>
                <a:ea typeface="Arial"/>
                <a:cs typeface="Arial"/>
              </a:defRPr>
            </a:lvl2pPr>
            <a:lvl3pPr>
              <a:defRPr sz="2025" b="0">
                <a:solidFill>
                  <a:srgbClr val="F4F0E5"/>
                </a:solidFill>
                <a:latin typeface="Arial"/>
                <a:ea typeface="Arial"/>
                <a:cs typeface="Arial"/>
              </a:defRPr>
            </a:lvl3pPr>
            <a:lvl4pPr>
              <a:defRPr sz="2025" b="0">
                <a:solidFill>
                  <a:srgbClr val="F4F0E5"/>
                </a:solidFill>
                <a:latin typeface="Arial"/>
                <a:ea typeface="Arial"/>
                <a:cs typeface="Arial"/>
              </a:defRPr>
            </a:lvl4pPr>
            <a:lvl5pPr>
              <a:defRPr sz="2025" b="0">
                <a:solidFill>
                  <a:srgbClr val="F4F0E5"/>
                </a:solidFill>
                <a:latin typeface="Arial"/>
                <a:ea typeface="Arial"/>
                <a:cs typeface="Arial"/>
              </a:defRPr>
            </a:lvl5pPr>
            <a:lvl6pPr>
              <a:defRPr sz="2025" b="0">
                <a:solidFill>
                  <a:srgbClr val="F4F0E5"/>
                </a:solidFill>
                <a:latin typeface="Arial"/>
                <a:ea typeface="Arial"/>
                <a:cs typeface="Arial"/>
              </a:defRPr>
            </a:lvl6pPr>
            <a:lvl7pPr>
              <a:defRPr sz="2025" b="0">
                <a:solidFill>
                  <a:srgbClr val="F4F0E5"/>
                </a:solidFill>
                <a:latin typeface="Arial"/>
                <a:ea typeface="Arial"/>
                <a:cs typeface="Arial"/>
              </a:defRPr>
            </a:lvl7pPr>
            <a:lvl8pPr>
              <a:defRPr sz="2025" b="0">
                <a:solidFill>
                  <a:srgbClr val="F4F0E5"/>
                </a:solidFill>
                <a:latin typeface="Arial"/>
                <a:ea typeface="Arial"/>
                <a:cs typeface="Arial"/>
              </a:defRPr>
            </a:lvl8pPr>
            <a:lvl9pPr>
              <a:defRPr sz="2025" b="0">
                <a:solidFill>
                  <a:srgbClr val="F4F0E5"/>
                </a:solidFill>
                <a:latin typeface="Arial"/>
                <a:ea typeface="Arial"/>
                <a:cs typeface="Arial"/>
              </a:defRPr>
            </a:lvl9pPr>
          </a:lstStyle>
          <a:p xmlns:a="http://schemas.openxmlformats.org/drawingml/2006/main">
            <a:pPr>
              <a:defRPr sz="2025" b="0">
                <a:solidFill>
                  <a:srgbClr val="F4F0E5"/>
                </a:solidFill>
                <a:latin typeface="Arial"/>
                <a:ea typeface="Arial"/>
                <a:cs typeface="Arial"/>
              </a:defRPr>
            </a:pPr>
            <a:r>
              <a:rPr sz="2025" b="0">
                <a:solidFill>
                  <a:srgbClr val="F4F0E5"/>
                </a:solidFill>
                <a:latin typeface="Arial"/>
                <a:ea typeface="Arial"/>
                <a:cs typeface="Arial"/>
              </a:rPr>
              <a:t>Не обещать событие или доступ на крышу</a:t>
            </a:r>
          </a:p>
        </p:txBody>
      </p:sp>
    </p:spTree>
    <p:extLst>
      <p:ext uri="{BB962C8B-B14F-4D97-AF65-F5344CB8AC3E}">
        <p14:creationId xmlns:p14="http://schemas.microsoft.com/office/powerpoint/2010/main" val="1699426640"/>
      </p:ext>
    </p:extLst>
  </p:cSld>
</p:sld>
</file>

<file path=ppt/slides/slide9.xml><?xml version="1.0" encoding="utf-8"?>
<p:sld xmlns:p="http://schemas.openxmlformats.org/presentationml/2006/main">
  <p:cSld>
    <p:bg>
      <p:bgPr>
        <a:solidFill xmlns:a="http://schemas.openxmlformats.org/drawingml/2006/main">
          <a:srgbClr val="0A2D2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7D5FCBA-8EC6-4086-81A6-D55E4F576F3F}"/>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F4F0E5"/>
                </a:solidFill>
                <a:latin typeface="Arial"/>
                <a:ea typeface="Arial"/>
                <a:cs typeface="Arial"/>
              </a:defRPr>
            </a:defPPr>
            <a:lvl1pPr>
              <a:defRPr sz="3525" b="1">
                <a:solidFill>
                  <a:srgbClr val="F4F0E5"/>
                </a:solidFill>
                <a:latin typeface="Arial"/>
                <a:ea typeface="Arial"/>
                <a:cs typeface="Arial"/>
              </a:defRPr>
            </a:lvl1pPr>
            <a:lvl2pPr>
              <a:defRPr sz="3525" b="1">
                <a:solidFill>
                  <a:srgbClr val="F4F0E5"/>
                </a:solidFill>
                <a:latin typeface="Arial"/>
                <a:ea typeface="Arial"/>
                <a:cs typeface="Arial"/>
              </a:defRPr>
            </a:lvl2pPr>
            <a:lvl3pPr>
              <a:defRPr sz="3525" b="1">
                <a:solidFill>
                  <a:srgbClr val="F4F0E5"/>
                </a:solidFill>
                <a:latin typeface="Arial"/>
                <a:ea typeface="Arial"/>
                <a:cs typeface="Arial"/>
              </a:defRPr>
            </a:lvl3pPr>
            <a:lvl4pPr>
              <a:defRPr sz="3525" b="1">
                <a:solidFill>
                  <a:srgbClr val="F4F0E5"/>
                </a:solidFill>
                <a:latin typeface="Arial"/>
                <a:ea typeface="Arial"/>
                <a:cs typeface="Arial"/>
              </a:defRPr>
            </a:lvl4pPr>
            <a:lvl5pPr>
              <a:defRPr sz="3525" b="1">
                <a:solidFill>
                  <a:srgbClr val="F4F0E5"/>
                </a:solidFill>
                <a:latin typeface="Arial"/>
                <a:ea typeface="Arial"/>
                <a:cs typeface="Arial"/>
              </a:defRPr>
            </a:lvl5pPr>
            <a:lvl6pPr>
              <a:defRPr sz="3525" b="1">
                <a:solidFill>
                  <a:srgbClr val="F4F0E5"/>
                </a:solidFill>
                <a:latin typeface="Arial"/>
                <a:ea typeface="Arial"/>
                <a:cs typeface="Arial"/>
              </a:defRPr>
            </a:lvl6pPr>
            <a:lvl7pPr>
              <a:defRPr sz="3525" b="1">
                <a:solidFill>
                  <a:srgbClr val="F4F0E5"/>
                </a:solidFill>
                <a:latin typeface="Arial"/>
                <a:ea typeface="Arial"/>
                <a:cs typeface="Arial"/>
              </a:defRPr>
            </a:lvl7pPr>
            <a:lvl8pPr>
              <a:defRPr sz="3525" b="1">
                <a:solidFill>
                  <a:srgbClr val="F4F0E5"/>
                </a:solidFill>
                <a:latin typeface="Arial"/>
                <a:ea typeface="Arial"/>
                <a:cs typeface="Arial"/>
              </a:defRPr>
            </a:lvl8pPr>
            <a:lvl9pPr>
              <a:defRPr sz="3525" b="1">
                <a:solidFill>
                  <a:srgbClr val="F4F0E5"/>
                </a:solidFill>
                <a:latin typeface="Arial"/>
                <a:ea typeface="Arial"/>
                <a:cs typeface="Arial"/>
              </a:defRPr>
            </a:lvl9pPr>
          </a:lstStyle>
          <a:p xmlns:a="http://schemas.openxmlformats.org/drawingml/2006/main">
            <a:pPr>
              <a:defRPr sz="3525" b="1">
                <a:solidFill>
                  <a:srgbClr val="F4F0E5"/>
                </a:solidFill>
                <a:latin typeface="Arial"/>
                <a:ea typeface="Arial"/>
                <a:cs typeface="Arial"/>
              </a:defRPr>
            </a:pPr>
            <a:r>
              <a:rPr sz="3525" b="1">
                <a:solidFill>
                  <a:srgbClr val="F4F0E5"/>
                </a:solidFill>
                <a:latin typeface="Arial"/>
                <a:ea typeface="Arial"/>
                <a:cs typeface="Arial"/>
              </a:rPr>
              <a:t>Пилот и следующие шаги</a:t>
            </a:r>
          </a:p>
        </p:txBody>
      </p:sp>
      <p:sp>
        <p:nvSpPr>
          <p:cNvPr id="2" name="">
            <a:extLst xmlns:a="http://schemas.openxmlformats.org/drawingml/2006/main">
              <a:ext uri="{FF2B5EF4-FFF2-40B4-BE49-F238E27FC236}">
                <a16:creationId xmlns:a16="http://schemas.microsoft.com/office/drawing/2014/main" id="{EC5AABFB-4C85-4D9C-92AA-F27484BFBBB5}"/>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AEC8C0"/>
                </a:solidFill>
                <a:latin typeface="Arial"/>
                <a:ea typeface="Arial"/>
                <a:cs typeface="Arial"/>
              </a:defRPr>
            </a:defPPr>
            <a:lvl1pPr>
              <a:defRPr sz="1350" b="0">
                <a:solidFill>
                  <a:srgbClr val="AEC8C0"/>
                </a:solidFill>
                <a:latin typeface="Arial"/>
                <a:ea typeface="Arial"/>
                <a:cs typeface="Arial"/>
              </a:defRPr>
            </a:lvl1pPr>
            <a:lvl2pPr>
              <a:defRPr sz="1350" b="0">
                <a:solidFill>
                  <a:srgbClr val="AEC8C0"/>
                </a:solidFill>
                <a:latin typeface="Arial"/>
                <a:ea typeface="Arial"/>
                <a:cs typeface="Arial"/>
              </a:defRPr>
            </a:lvl2pPr>
            <a:lvl3pPr>
              <a:defRPr sz="1350" b="0">
                <a:solidFill>
                  <a:srgbClr val="AEC8C0"/>
                </a:solidFill>
                <a:latin typeface="Arial"/>
                <a:ea typeface="Arial"/>
                <a:cs typeface="Arial"/>
              </a:defRPr>
            </a:lvl3pPr>
            <a:lvl4pPr>
              <a:defRPr sz="1350" b="0">
                <a:solidFill>
                  <a:srgbClr val="AEC8C0"/>
                </a:solidFill>
                <a:latin typeface="Arial"/>
                <a:ea typeface="Arial"/>
                <a:cs typeface="Arial"/>
              </a:defRPr>
            </a:lvl4pPr>
            <a:lvl5pPr>
              <a:defRPr sz="1350" b="0">
                <a:solidFill>
                  <a:srgbClr val="AEC8C0"/>
                </a:solidFill>
                <a:latin typeface="Arial"/>
                <a:ea typeface="Arial"/>
                <a:cs typeface="Arial"/>
              </a:defRPr>
            </a:lvl5pPr>
            <a:lvl6pPr>
              <a:defRPr sz="1350" b="0">
                <a:solidFill>
                  <a:srgbClr val="AEC8C0"/>
                </a:solidFill>
                <a:latin typeface="Arial"/>
                <a:ea typeface="Arial"/>
                <a:cs typeface="Arial"/>
              </a:defRPr>
            </a:lvl6pPr>
            <a:lvl7pPr>
              <a:defRPr sz="1350" b="0">
                <a:solidFill>
                  <a:srgbClr val="AEC8C0"/>
                </a:solidFill>
                <a:latin typeface="Arial"/>
                <a:ea typeface="Arial"/>
                <a:cs typeface="Arial"/>
              </a:defRPr>
            </a:lvl7pPr>
            <a:lvl8pPr>
              <a:defRPr sz="1350" b="0">
                <a:solidFill>
                  <a:srgbClr val="AEC8C0"/>
                </a:solidFill>
                <a:latin typeface="Arial"/>
                <a:ea typeface="Arial"/>
                <a:cs typeface="Arial"/>
              </a:defRPr>
            </a:lvl8pPr>
            <a:lvl9pPr>
              <a:defRPr sz="1350" b="0">
                <a:solidFill>
                  <a:srgbClr val="AEC8C0"/>
                </a:solidFill>
                <a:latin typeface="Arial"/>
                <a:ea typeface="Arial"/>
                <a:cs typeface="Arial"/>
              </a:defRPr>
            </a:lvl9pPr>
          </a:lstStyle>
          <a:p xmlns:a="http://schemas.openxmlformats.org/drawingml/2006/main">
            <a:pPr>
              <a:defRPr sz="1350" b="0">
                <a:solidFill>
                  <a:srgbClr val="AEC8C0"/>
                </a:solidFill>
                <a:latin typeface="Arial"/>
                <a:ea typeface="Arial"/>
                <a:cs typeface="Arial"/>
              </a:defRPr>
            </a:pPr>
            <a:r>
              <a:rPr sz="1350" b="0">
                <a:solidFill>
                  <a:srgbClr val="AEC8C0"/>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90A0F58D-3917-490B-8CDF-35F5E377249C}"/>
              </a:ext>
            </a:extLst>
          </p:cNvPr>
          <p:cNvSpPr>
            <a:spLocks xmlns:a="http://schemas.openxmlformats.org/drawingml/2006/main" noGrp="1"/>
          </p:cNvSpPr>
          <p:nvPr/>
        </p:nvSpPr>
        <p:spPr>
          <a:xfrm xmlns:a="http://schemas.openxmlformats.org/drawingml/2006/main">
            <a:off x="685800" y="1800225"/>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150" b="1">
                <a:solidFill>
                  <a:srgbClr val="F4F0E5"/>
                </a:solidFill>
                <a:latin typeface="Arial"/>
                <a:ea typeface="Arial"/>
                <a:cs typeface="Arial"/>
              </a:defRPr>
            </a:defPPr>
            <a:lvl1pPr>
              <a:defRPr sz="3150" b="1">
                <a:solidFill>
                  <a:srgbClr val="F4F0E5"/>
                </a:solidFill>
                <a:latin typeface="Arial"/>
                <a:ea typeface="Arial"/>
                <a:cs typeface="Arial"/>
              </a:defRPr>
            </a:lvl1pPr>
            <a:lvl2pPr>
              <a:defRPr sz="3150" b="1">
                <a:solidFill>
                  <a:srgbClr val="F4F0E5"/>
                </a:solidFill>
                <a:latin typeface="Arial"/>
                <a:ea typeface="Arial"/>
                <a:cs typeface="Arial"/>
              </a:defRPr>
            </a:lvl2pPr>
            <a:lvl3pPr>
              <a:defRPr sz="3150" b="1">
                <a:solidFill>
                  <a:srgbClr val="F4F0E5"/>
                </a:solidFill>
                <a:latin typeface="Arial"/>
                <a:ea typeface="Arial"/>
                <a:cs typeface="Arial"/>
              </a:defRPr>
            </a:lvl3pPr>
            <a:lvl4pPr>
              <a:defRPr sz="3150" b="1">
                <a:solidFill>
                  <a:srgbClr val="F4F0E5"/>
                </a:solidFill>
                <a:latin typeface="Arial"/>
                <a:ea typeface="Arial"/>
                <a:cs typeface="Arial"/>
              </a:defRPr>
            </a:lvl4pPr>
            <a:lvl5pPr>
              <a:defRPr sz="3150" b="1">
                <a:solidFill>
                  <a:srgbClr val="F4F0E5"/>
                </a:solidFill>
                <a:latin typeface="Arial"/>
                <a:ea typeface="Arial"/>
                <a:cs typeface="Arial"/>
              </a:defRPr>
            </a:lvl5pPr>
            <a:lvl6pPr>
              <a:defRPr sz="3150" b="1">
                <a:solidFill>
                  <a:srgbClr val="F4F0E5"/>
                </a:solidFill>
                <a:latin typeface="Arial"/>
                <a:ea typeface="Arial"/>
                <a:cs typeface="Arial"/>
              </a:defRPr>
            </a:lvl6pPr>
            <a:lvl7pPr>
              <a:defRPr sz="3150" b="1">
                <a:solidFill>
                  <a:srgbClr val="F4F0E5"/>
                </a:solidFill>
                <a:latin typeface="Arial"/>
                <a:ea typeface="Arial"/>
                <a:cs typeface="Arial"/>
              </a:defRPr>
            </a:lvl7pPr>
            <a:lvl8pPr>
              <a:defRPr sz="3150" b="1">
                <a:solidFill>
                  <a:srgbClr val="F4F0E5"/>
                </a:solidFill>
                <a:latin typeface="Arial"/>
                <a:ea typeface="Arial"/>
                <a:cs typeface="Arial"/>
              </a:defRPr>
            </a:lvl8pPr>
            <a:lvl9pPr>
              <a:defRPr sz="3150" b="1">
                <a:solidFill>
                  <a:srgbClr val="F4F0E5"/>
                </a:solidFill>
                <a:latin typeface="Arial"/>
                <a:ea typeface="Arial"/>
                <a:cs typeface="Arial"/>
              </a:defRPr>
            </a:lvl9pPr>
          </a:lstStyle>
          <a:p xmlns:a="http://schemas.openxmlformats.org/drawingml/2006/main">
            <a:pPr>
              <a:defRPr sz="3150" b="1">
                <a:solidFill>
                  <a:srgbClr val="F4F0E5"/>
                </a:solidFill>
                <a:latin typeface="Arial"/>
                <a:ea typeface="Arial"/>
                <a:cs typeface="Arial"/>
              </a:defRPr>
            </a:pPr>
            <a:r>
              <a:rPr sz="3150" b="1">
                <a:solidFill>
                  <a:srgbClr val="F4F0E5"/>
                </a:solidFill>
                <a:latin typeface="Arial"/>
                <a:ea typeface="Arial"/>
                <a:cs typeface="Arial"/>
              </a:rPr>
              <a:t>Гипотеза: отели и туристические стойки</a:t>
            </a:r>
          </a:p>
        </p:txBody>
      </p:sp>
      <p:sp>
        <p:nvSpPr>
          <p:cNvPr id="4" name="">
            <a:extLst xmlns:a="http://schemas.openxmlformats.org/drawingml/2006/main">
              <a:ext uri="{FF2B5EF4-FFF2-40B4-BE49-F238E27FC236}">
                <a16:creationId xmlns:a16="http://schemas.microsoft.com/office/drawing/2014/main" id="{89A3065C-EAE7-4F66-96BE-2D3A18154BEF}"/>
              </a:ext>
            </a:extLst>
          </p:cNvPr>
          <p:cNvSpPr>
            <a:spLocks xmlns:a="http://schemas.openxmlformats.org/drawingml/2006/main" noGrp="1"/>
          </p:cNvSpPr>
          <p:nvPr/>
        </p:nvSpPr>
        <p:spPr>
          <a:xfrm xmlns:a="http://schemas.openxmlformats.org/drawingml/2006/main">
            <a:off x="685800" y="31051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AEC8C0"/>
                </a:solidFill>
                <a:latin typeface="Arial"/>
                <a:ea typeface="Arial"/>
                <a:cs typeface="Arial"/>
              </a:defRPr>
            </a:defPPr>
            <a:lvl1pPr>
              <a:defRPr sz="2325" b="0">
                <a:solidFill>
                  <a:srgbClr val="AEC8C0"/>
                </a:solidFill>
                <a:latin typeface="Arial"/>
                <a:ea typeface="Arial"/>
                <a:cs typeface="Arial"/>
              </a:defRPr>
            </a:lvl1pPr>
            <a:lvl2pPr>
              <a:defRPr sz="2325" b="0">
                <a:solidFill>
                  <a:srgbClr val="AEC8C0"/>
                </a:solidFill>
                <a:latin typeface="Arial"/>
                <a:ea typeface="Arial"/>
                <a:cs typeface="Arial"/>
              </a:defRPr>
            </a:lvl2pPr>
            <a:lvl3pPr>
              <a:defRPr sz="2325" b="0">
                <a:solidFill>
                  <a:srgbClr val="AEC8C0"/>
                </a:solidFill>
                <a:latin typeface="Arial"/>
                <a:ea typeface="Arial"/>
                <a:cs typeface="Arial"/>
              </a:defRPr>
            </a:lvl3pPr>
            <a:lvl4pPr>
              <a:defRPr sz="2325" b="0">
                <a:solidFill>
                  <a:srgbClr val="AEC8C0"/>
                </a:solidFill>
                <a:latin typeface="Arial"/>
                <a:ea typeface="Arial"/>
                <a:cs typeface="Arial"/>
              </a:defRPr>
            </a:lvl4pPr>
            <a:lvl5pPr>
              <a:defRPr sz="2325" b="0">
                <a:solidFill>
                  <a:srgbClr val="AEC8C0"/>
                </a:solidFill>
                <a:latin typeface="Arial"/>
                <a:ea typeface="Arial"/>
                <a:cs typeface="Arial"/>
              </a:defRPr>
            </a:lvl5pPr>
            <a:lvl6pPr>
              <a:defRPr sz="2325" b="0">
                <a:solidFill>
                  <a:srgbClr val="AEC8C0"/>
                </a:solidFill>
                <a:latin typeface="Arial"/>
                <a:ea typeface="Arial"/>
                <a:cs typeface="Arial"/>
              </a:defRPr>
            </a:lvl6pPr>
            <a:lvl7pPr>
              <a:defRPr sz="2325" b="0">
                <a:solidFill>
                  <a:srgbClr val="AEC8C0"/>
                </a:solidFill>
                <a:latin typeface="Arial"/>
                <a:ea typeface="Arial"/>
                <a:cs typeface="Arial"/>
              </a:defRPr>
            </a:lvl7pPr>
            <a:lvl8pPr>
              <a:defRPr sz="2325" b="0">
                <a:solidFill>
                  <a:srgbClr val="AEC8C0"/>
                </a:solidFill>
                <a:latin typeface="Arial"/>
                <a:ea typeface="Arial"/>
                <a:cs typeface="Arial"/>
              </a:defRPr>
            </a:lvl8pPr>
            <a:lvl9pPr>
              <a:defRPr sz="2325" b="0">
                <a:solidFill>
                  <a:srgbClr val="AEC8C0"/>
                </a:solidFill>
                <a:latin typeface="Arial"/>
                <a:ea typeface="Arial"/>
                <a:cs typeface="Arial"/>
              </a:defRPr>
            </a:lvl9pPr>
          </a:lstStyle>
          <a:p xmlns:a="http://schemas.openxmlformats.org/drawingml/2006/main">
            <a:pPr>
              <a:defRPr sz="2325" b="0">
                <a:solidFill>
                  <a:srgbClr val="AEC8C0"/>
                </a:solidFill>
                <a:latin typeface="Arial"/>
                <a:ea typeface="Arial"/>
                <a:cs typeface="Arial"/>
              </a:defRPr>
            </a:pPr>
            <a:r>
              <a:rPr sz="2325" b="0">
                <a:solidFill>
                  <a:srgbClr val="AEC8C0"/>
                </a:solidFill>
                <a:latin typeface="Arial"/>
                <a:ea typeface="Arial"/>
                <a:cs typeface="Arial"/>
              </a:rPr>
              <a:t>Измерять: выбранные планы и полезность ответа</a:t>
            </a:r>
          </a:p>
          <a:p xmlns:a="http://schemas.openxmlformats.org/drawingml/2006/main">
            <a:pPr>
              <a:defRPr sz="2325" b="0">
                <a:solidFill>
                  <a:srgbClr val="AEC8C0"/>
                </a:solidFill>
                <a:latin typeface="Arial"/>
                <a:ea typeface="Arial"/>
                <a:cs typeface="Arial"/>
              </a:defRPr>
            </a:pPr>
            <a:r>
              <a:rPr sz="2325" b="0">
                <a:solidFill>
                  <a:srgbClr val="AEC8C0"/>
                </a:solidFill>
                <a:latin typeface="Arial"/>
                <a:ea typeface="Arial"/>
                <a:cs typeface="Arial"/>
              </a:rPr>
              <a:t>Проверять на месте: источники, часы и доступность</a:t>
            </a:r>
          </a:p>
        </p:txBody>
      </p:sp>
      <p:sp>
        <p:nvSpPr>
          <p:cNvPr id="5" name="">
            <a:extLst xmlns:a="http://schemas.openxmlformats.org/drawingml/2006/main">
              <a:ext uri="{FF2B5EF4-FFF2-40B4-BE49-F238E27FC236}">
                <a16:creationId xmlns:a16="http://schemas.microsoft.com/office/drawing/2014/main" id="{CCDE4988-59A5-4812-AEFC-ACCC4D3675E7}"/>
              </a:ext>
            </a:extLst>
          </p:cNvPr>
          <p:cNvSpPr>
            <a:spLocks xmlns:a="http://schemas.openxmlformats.org/drawingml/2006/main" noGrp="1"/>
          </p:cNvSpPr>
          <p:nvPr/>
        </p:nvSpPr>
        <p:spPr>
          <a:xfrm xmlns:a="http://schemas.openxmlformats.org/drawingml/2006/main">
            <a:off x="685800" y="4810125"/>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63D3BE"/>
                </a:solidFill>
                <a:latin typeface="Arial"/>
                <a:ea typeface="Arial"/>
                <a:cs typeface="Arial"/>
              </a:defRPr>
            </a:defPPr>
            <a:lvl1pPr>
              <a:defRPr sz="2400" b="0">
                <a:solidFill>
                  <a:srgbClr val="63D3BE"/>
                </a:solidFill>
                <a:latin typeface="Arial"/>
                <a:ea typeface="Arial"/>
                <a:cs typeface="Arial"/>
              </a:defRPr>
            </a:lvl1pPr>
            <a:lvl2pPr>
              <a:defRPr sz="2400" b="0">
                <a:solidFill>
                  <a:srgbClr val="63D3BE"/>
                </a:solidFill>
                <a:latin typeface="Arial"/>
                <a:ea typeface="Arial"/>
                <a:cs typeface="Arial"/>
              </a:defRPr>
            </a:lvl2pPr>
            <a:lvl3pPr>
              <a:defRPr sz="2400" b="0">
                <a:solidFill>
                  <a:srgbClr val="63D3BE"/>
                </a:solidFill>
                <a:latin typeface="Arial"/>
                <a:ea typeface="Arial"/>
                <a:cs typeface="Arial"/>
              </a:defRPr>
            </a:lvl3pPr>
            <a:lvl4pPr>
              <a:defRPr sz="2400" b="0">
                <a:solidFill>
                  <a:srgbClr val="63D3BE"/>
                </a:solidFill>
                <a:latin typeface="Arial"/>
                <a:ea typeface="Arial"/>
                <a:cs typeface="Arial"/>
              </a:defRPr>
            </a:lvl4pPr>
            <a:lvl5pPr>
              <a:defRPr sz="2400" b="0">
                <a:solidFill>
                  <a:srgbClr val="63D3BE"/>
                </a:solidFill>
                <a:latin typeface="Arial"/>
                <a:ea typeface="Arial"/>
                <a:cs typeface="Arial"/>
              </a:defRPr>
            </a:lvl5pPr>
            <a:lvl6pPr>
              <a:defRPr sz="2400" b="0">
                <a:solidFill>
                  <a:srgbClr val="63D3BE"/>
                </a:solidFill>
                <a:latin typeface="Arial"/>
                <a:ea typeface="Arial"/>
                <a:cs typeface="Arial"/>
              </a:defRPr>
            </a:lvl6pPr>
            <a:lvl7pPr>
              <a:defRPr sz="2400" b="0">
                <a:solidFill>
                  <a:srgbClr val="63D3BE"/>
                </a:solidFill>
                <a:latin typeface="Arial"/>
                <a:ea typeface="Arial"/>
                <a:cs typeface="Arial"/>
              </a:defRPr>
            </a:lvl7pPr>
            <a:lvl8pPr>
              <a:defRPr sz="2400" b="0">
                <a:solidFill>
                  <a:srgbClr val="63D3BE"/>
                </a:solidFill>
                <a:latin typeface="Arial"/>
                <a:ea typeface="Arial"/>
                <a:cs typeface="Arial"/>
              </a:defRPr>
            </a:lvl8pPr>
            <a:lvl9pPr>
              <a:defRPr sz="2400" b="0">
                <a:solidFill>
                  <a:srgbClr val="63D3BE"/>
                </a:solidFill>
                <a:latin typeface="Arial"/>
                <a:ea typeface="Arial"/>
                <a:cs typeface="Arial"/>
              </a:defRPr>
            </a:lvl9pPr>
          </a:lstStyle>
          <a:p xmlns:a="http://schemas.openxmlformats.org/drawingml/2006/main">
            <a:pPr>
              <a:defRPr sz="2400" b="0">
                <a:solidFill>
                  <a:srgbClr val="63D3BE"/>
                </a:solidFill>
                <a:latin typeface="Arial"/>
                <a:ea typeface="Arial"/>
                <a:cs typeface="Arial"/>
              </a:defRPr>
            </a:pPr>
            <a:r>
              <a:rPr sz="2400" b="0">
                <a:solidFill>
                  <a:srgbClr val="63D3BE"/>
                </a:solidFill>
                <a:latin typeface="Arial"/>
                <a:ea typeface="Arial"/>
                <a:cs typeface="Arial"/>
              </a:rPr>
              <a:t>Далее: семантический разбор намерений,</a:t>
            </a:r>
          </a:p>
          <a:p xmlns:a="http://schemas.openxmlformats.org/drawingml/2006/main">
            <a:pPr>
              <a:defRPr sz="2400" b="0">
                <a:solidFill>
                  <a:srgbClr val="63D3BE"/>
                </a:solidFill>
                <a:latin typeface="Arial"/>
                <a:ea typeface="Arial"/>
                <a:cs typeface="Arial"/>
              </a:defRPr>
            </a:pPr>
            <a:r>
              <a:rPr sz="2400" b="0">
                <a:solidFill>
                  <a:srgbClr val="63D3BE"/>
                </a:solidFill>
                <a:latin typeface="Arial"/>
                <a:ea typeface="Arial"/>
                <a:cs typeface="Arial"/>
              </a:rPr>
              <a:t>покрытие мест, оценка с жителями, RU / KZ / EN</a:t>
            </a:r>
          </a:p>
        </p:txBody>
      </p:sp>
      <p:sp>
        <p:nvSpPr>
          <p:cNvPr id="6" name="">
            <a:extLst xmlns:a="http://schemas.openxmlformats.org/drawingml/2006/main">
              <a:ext uri="{FF2B5EF4-FFF2-40B4-BE49-F238E27FC236}">
                <a16:creationId xmlns:a16="http://schemas.microsoft.com/office/drawing/2014/main" id="{DDBFF5D7-F3B8-4EEF-84F1-02A1D64BE59D}"/>
              </a:ext>
            </a:extLst>
          </p:cNvPr>
          <p:cNvSpPr>
            <a:spLocks xmlns:a="http://schemas.openxmlformats.org/drawingml/2006/main" noGrp="1"/>
          </p:cNvSpPr>
          <p:nvPr/>
        </p:nvSpPr>
        <p:spPr>
          <a:xfrm xmlns:a="http://schemas.openxmlformats.org/drawingml/2006/main">
            <a:off x="685800" y="6057900"/>
            <a:ext cx="1019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AEC8C0"/>
                </a:solidFill>
                <a:latin typeface="Arial"/>
                <a:ea typeface="Arial"/>
                <a:cs typeface="Arial"/>
              </a:defRPr>
            </a:defPPr>
            <a:lvl1pPr>
              <a:defRPr sz="1425" b="0">
                <a:solidFill>
                  <a:srgbClr val="AEC8C0"/>
                </a:solidFill>
                <a:latin typeface="Arial"/>
                <a:ea typeface="Arial"/>
                <a:cs typeface="Arial"/>
              </a:defRPr>
            </a:lvl1pPr>
            <a:lvl2pPr>
              <a:defRPr sz="1425" b="0">
                <a:solidFill>
                  <a:srgbClr val="AEC8C0"/>
                </a:solidFill>
                <a:latin typeface="Arial"/>
                <a:ea typeface="Arial"/>
                <a:cs typeface="Arial"/>
              </a:defRPr>
            </a:lvl2pPr>
            <a:lvl3pPr>
              <a:defRPr sz="1425" b="0">
                <a:solidFill>
                  <a:srgbClr val="AEC8C0"/>
                </a:solidFill>
                <a:latin typeface="Arial"/>
                <a:ea typeface="Arial"/>
                <a:cs typeface="Arial"/>
              </a:defRPr>
            </a:lvl3pPr>
            <a:lvl4pPr>
              <a:defRPr sz="1425" b="0">
                <a:solidFill>
                  <a:srgbClr val="AEC8C0"/>
                </a:solidFill>
                <a:latin typeface="Arial"/>
                <a:ea typeface="Arial"/>
                <a:cs typeface="Arial"/>
              </a:defRPr>
            </a:lvl4pPr>
            <a:lvl5pPr>
              <a:defRPr sz="1425" b="0">
                <a:solidFill>
                  <a:srgbClr val="AEC8C0"/>
                </a:solidFill>
                <a:latin typeface="Arial"/>
                <a:ea typeface="Arial"/>
                <a:cs typeface="Arial"/>
              </a:defRPr>
            </a:lvl5pPr>
            <a:lvl6pPr>
              <a:defRPr sz="1425" b="0">
                <a:solidFill>
                  <a:srgbClr val="AEC8C0"/>
                </a:solidFill>
                <a:latin typeface="Arial"/>
                <a:ea typeface="Arial"/>
                <a:cs typeface="Arial"/>
              </a:defRPr>
            </a:lvl6pPr>
            <a:lvl7pPr>
              <a:defRPr sz="1425" b="0">
                <a:solidFill>
                  <a:srgbClr val="AEC8C0"/>
                </a:solidFill>
                <a:latin typeface="Arial"/>
                <a:ea typeface="Arial"/>
                <a:cs typeface="Arial"/>
              </a:defRPr>
            </a:lvl7pPr>
            <a:lvl8pPr>
              <a:defRPr sz="1425" b="0">
                <a:solidFill>
                  <a:srgbClr val="AEC8C0"/>
                </a:solidFill>
                <a:latin typeface="Arial"/>
                <a:ea typeface="Arial"/>
                <a:cs typeface="Arial"/>
              </a:defRPr>
            </a:lvl8pPr>
            <a:lvl9pPr>
              <a:defRPr sz="1425" b="0">
                <a:solidFill>
                  <a:srgbClr val="AEC8C0"/>
                </a:solidFill>
                <a:latin typeface="Arial"/>
                <a:ea typeface="Arial"/>
                <a:cs typeface="Arial"/>
              </a:defRPr>
            </a:lvl9pPr>
          </a:lstStyle>
          <a:p xmlns:a="http://schemas.openxmlformats.org/drawingml/2006/main">
            <a:pPr>
              <a:defRPr sz="1425" b="0">
                <a:solidFill>
                  <a:srgbClr val="AEC8C0"/>
                </a:solidFill>
                <a:latin typeface="Arial"/>
                <a:ea typeface="Arial"/>
                <a:cs typeface="Arial"/>
              </a:defRPr>
            </a:pPr>
            <a:r>
              <a:rPr sz="1425" b="0">
                <a:solidFill>
                  <a:srgbClr val="AEC8C0"/>
                </a:solidFill>
                <a:latin typeface="Arial"/>
                <a:ea typeface="Arial"/>
                <a:cs typeface="Arial"/>
              </a:rPr>
              <a:t>Спрос и выручка не измерены. Сейчас 31 категория; универсальный интеллект не заявлен.</a:t>
            </a:r>
          </a:p>
        </p:txBody>
      </p:sp>
    </p:spTree>
    <p:extLst>
      <p:ext uri="{BB962C8B-B14F-4D97-AF65-F5344CB8AC3E}">
        <p14:creationId xmlns:p14="http://schemas.microsoft.com/office/powerpoint/2010/main" val="673380476"/>
      </p:ext>
    </p:extLst>
  </p:cSld>
</p:sld>
</file>

<file path=ppt/slides/slide10.xml><?xml version="1.0" encoding="utf-8"?>
<p:sld xmlns:p="http://schemas.openxmlformats.org/presentationml/2006/main">
  <p:cSld>
    <p:bg>
      <p:bgPr>
        <a:solidFill xmlns:a="http://schemas.openxmlformats.org/drawingml/2006/main">
          <a:srgbClr val="F4F0E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88FE2CE-B0A3-44DE-8C57-8C22EACC76BE}"/>
              </a:ext>
            </a:extLst>
          </p:cNvPr>
          <p:cNvSpPr>
            <a:spLocks xmlns:a="http://schemas.openxmlformats.org/drawingml/2006/main" noGrp="1"/>
          </p:cNvSpPr>
          <p:nvPr/>
        </p:nvSpPr>
        <p:spPr>
          <a:xfrm xmlns:a="http://schemas.openxmlformats.org/drawingml/2006/main">
            <a:off x="685800" y="485775"/>
            <a:ext cx="1082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525" b="1">
                <a:solidFill>
                  <a:srgbClr val="123C3B"/>
                </a:solidFill>
                <a:latin typeface="Arial"/>
                <a:ea typeface="Arial"/>
                <a:cs typeface="Arial"/>
              </a:defRPr>
            </a:defPPr>
            <a:lvl1pPr>
              <a:defRPr sz="3525" b="1">
                <a:solidFill>
                  <a:srgbClr val="123C3B"/>
                </a:solidFill>
                <a:latin typeface="Arial"/>
                <a:ea typeface="Arial"/>
                <a:cs typeface="Arial"/>
              </a:defRPr>
            </a:lvl1pPr>
            <a:lvl2pPr>
              <a:defRPr sz="3525" b="1">
                <a:solidFill>
                  <a:srgbClr val="123C3B"/>
                </a:solidFill>
                <a:latin typeface="Arial"/>
                <a:ea typeface="Arial"/>
                <a:cs typeface="Arial"/>
              </a:defRPr>
            </a:lvl2pPr>
            <a:lvl3pPr>
              <a:defRPr sz="3525" b="1">
                <a:solidFill>
                  <a:srgbClr val="123C3B"/>
                </a:solidFill>
                <a:latin typeface="Arial"/>
                <a:ea typeface="Arial"/>
                <a:cs typeface="Arial"/>
              </a:defRPr>
            </a:lvl3pPr>
            <a:lvl4pPr>
              <a:defRPr sz="3525" b="1">
                <a:solidFill>
                  <a:srgbClr val="123C3B"/>
                </a:solidFill>
                <a:latin typeface="Arial"/>
                <a:ea typeface="Arial"/>
                <a:cs typeface="Arial"/>
              </a:defRPr>
            </a:lvl4pPr>
            <a:lvl5pPr>
              <a:defRPr sz="3525" b="1">
                <a:solidFill>
                  <a:srgbClr val="123C3B"/>
                </a:solidFill>
                <a:latin typeface="Arial"/>
                <a:ea typeface="Arial"/>
                <a:cs typeface="Arial"/>
              </a:defRPr>
            </a:lvl5pPr>
            <a:lvl6pPr>
              <a:defRPr sz="3525" b="1">
                <a:solidFill>
                  <a:srgbClr val="123C3B"/>
                </a:solidFill>
                <a:latin typeface="Arial"/>
                <a:ea typeface="Arial"/>
                <a:cs typeface="Arial"/>
              </a:defRPr>
            </a:lvl6pPr>
            <a:lvl7pPr>
              <a:defRPr sz="3525" b="1">
                <a:solidFill>
                  <a:srgbClr val="123C3B"/>
                </a:solidFill>
                <a:latin typeface="Arial"/>
                <a:ea typeface="Arial"/>
                <a:cs typeface="Arial"/>
              </a:defRPr>
            </a:lvl7pPr>
            <a:lvl8pPr>
              <a:defRPr sz="3525" b="1">
                <a:solidFill>
                  <a:srgbClr val="123C3B"/>
                </a:solidFill>
                <a:latin typeface="Arial"/>
                <a:ea typeface="Arial"/>
                <a:cs typeface="Arial"/>
              </a:defRPr>
            </a:lvl8pPr>
            <a:lvl9pPr>
              <a:defRPr sz="3525" b="1">
                <a:solidFill>
                  <a:srgbClr val="123C3B"/>
                </a:solidFill>
                <a:latin typeface="Arial"/>
                <a:ea typeface="Arial"/>
                <a:cs typeface="Arial"/>
              </a:defRPr>
            </a:lvl9pPr>
          </a:lstStyle>
          <a:p xmlns:a="http://schemas.openxmlformats.org/drawingml/2006/main">
            <a:pPr>
              <a:defRPr sz="3525" b="1">
                <a:solidFill>
                  <a:srgbClr val="123C3B"/>
                </a:solidFill>
                <a:latin typeface="Arial"/>
                <a:ea typeface="Arial"/>
                <a:cs typeface="Arial"/>
              </a:defRPr>
            </a:pPr>
            <a:r>
              <a:rPr sz="3525" b="1">
                <a:solidFill>
                  <a:srgbClr val="123C3B"/>
                </a:solidFill>
                <a:latin typeface="Arial"/>
                <a:ea typeface="Arial"/>
                <a:cs typeface="Arial"/>
              </a:rPr>
              <a:t>Демо и материалы</a:t>
            </a:r>
          </a:p>
        </p:txBody>
      </p:sp>
      <p:sp>
        <p:nvSpPr>
          <p:cNvPr id="2" name="">
            <a:extLst xmlns:a="http://schemas.openxmlformats.org/drawingml/2006/main">
              <a:ext uri="{FF2B5EF4-FFF2-40B4-BE49-F238E27FC236}">
                <a16:creationId xmlns:a16="http://schemas.microsoft.com/office/drawing/2014/main" id="{9E2DBBF0-8927-4CA3-9F70-0C0F711E5186}"/>
              </a:ext>
            </a:extLst>
          </p:cNvPr>
          <p:cNvSpPr>
            <a:spLocks xmlns:a="http://schemas.openxmlformats.org/drawingml/2006/main" noGrp="1"/>
          </p:cNvSpPr>
          <p:nvPr/>
        </p:nvSpPr>
        <p:spPr>
          <a:xfrm xmlns:a="http://schemas.openxmlformats.org/drawingml/2006/main">
            <a:off x="11049000" y="629602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55716A"/>
                </a:solidFill>
                <a:latin typeface="Arial"/>
                <a:ea typeface="Arial"/>
                <a:cs typeface="Arial"/>
              </a:defRPr>
            </a:defPPr>
            <a:lvl1pPr>
              <a:defRPr sz="1350" b="0">
                <a:solidFill>
                  <a:srgbClr val="55716A"/>
                </a:solidFill>
                <a:latin typeface="Arial"/>
                <a:ea typeface="Arial"/>
                <a:cs typeface="Arial"/>
              </a:defRPr>
            </a:lvl1pPr>
            <a:lvl2pPr>
              <a:defRPr sz="1350" b="0">
                <a:solidFill>
                  <a:srgbClr val="55716A"/>
                </a:solidFill>
                <a:latin typeface="Arial"/>
                <a:ea typeface="Arial"/>
                <a:cs typeface="Arial"/>
              </a:defRPr>
            </a:lvl2pPr>
            <a:lvl3pPr>
              <a:defRPr sz="1350" b="0">
                <a:solidFill>
                  <a:srgbClr val="55716A"/>
                </a:solidFill>
                <a:latin typeface="Arial"/>
                <a:ea typeface="Arial"/>
                <a:cs typeface="Arial"/>
              </a:defRPr>
            </a:lvl3pPr>
            <a:lvl4pPr>
              <a:defRPr sz="1350" b="0">
                <a:solidFill>
                  <a:srgbClr val="55716A"/>
                </a:solidFill>
                <a:latin typeface="Arial"/>
                <a:ea typeface="Arial"/>
                <a:cs typeface="Arial"/>
              </a:defRPr>
            </a:lvl4pPr>
            <a:lvl5pPr>
              <a:defRPr sz="1350" b="0">
                <a:solidFill>
                  <a:srgbClr val="55716A"/>
                </a:solidFill>
                <a:latin typeface="Arial"/>
                <a:ea typeface="Arial"/>
                <a:cs typeface="Arial"/>
              </a:defRPr>
            </a:lvl5pPr>
            <a:lvl6pPr>
              <a:defRPr sz="1350" b="0">
                <a:solidFill>
                  <a:srgbClr val="55716A"/>
                </a:solidFill>
                <a:latin typeface="Arial"/>
                <a:ea typeface="Arial"/>
                <a:cs typeface="Arial"/>
              </a:defRPr>
            </a:lvl6pPr>
            <a:lvl7pPr>
              <a:defRPr sz="1350" b="0">
                <a:solidFill>
                  <a:srgbClr val="55716A"/>
                </a:solidFill>
                <a:latin typeface="Arial"/>
                <a:ea typeface="Arial"/>
                <a:cs typeface="Arial"/>
              </a:defRPr>
            </a:lvl7pPr>
            <a:lvl8pPr>
              <a:defRPr sz="1350" b="0">
                <a:solidFill>
                  <a:srgbClr val="55716A"/>
                </a:solidFill>
                <a:latin typeface="Arial"/>
                <a:ea typeface="Arial"/>
                <a:cs typeface="Arial"/>
              </a:defRPr>
            </a:lvl8pPr>
            <a:lvl9pPr>
              <a:defRPr sz="1350" b="0">
                <a:solidFill>
                  <a:srgbClr val="55716A"/>
                </a:solidFill>
                <a:latin typeface="Arial"/>
                <a:ea typeface="Arial"/>
                <a:cs typeface="Arial"/>
              </a:defRPr>
            </a:lvl9pPr>
          </a:lstStyle>
          <a:p xmlns:a="http://schemas.openxmlformats.org/drawingml/2006/main">
            <a:pPr>
              <a:defRPr sz="1350" b="0">
                <a:solidFill>
                  <a:srgbClr val="55716A"/>
                </a:solidFill>
                <a:latin typeface="Arial"/>
                <a:ea typeface="Arial"/>
                <a:cs typeface="Arial"/>
              </a:defRPr>
            </a:pPr>
            <a:r>
              <a:rPr sz="1350" b="0">
                <a:solidFill>
                  <a:srgbClr val="55716A"/>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7E97FB45-0B8F-4411-8620-98595C03ADE3}"/>
              </a:ext>
            </a:extLst>
          </p:cNvPr>
          <p:cNvSpPr>
            <a:spLocks xmlns:a="http://schemas.openxmlformats.org/drawingml/2006/main" noGrp="1"/>
          </p:cNvSpPr>
          <p:nvPr/>
        </p:nvSpPr>
        <p:spPr>
          <a:xfrm xmlns:a="http://schemas.openxmlformats.org/drawingml/2006/main">
            <a:off x="685800" y="1743075"/>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625" b="1">
                <a:solidFill>
                  <a:srgbClr val="123C3B"/>
                </a:solidFill>
                <a:latin typeface="Arial"/>
                <a:ea typeface="Arial"/>
                <a:cs typeface="Arial"/>
              </a:defRPr>
            </a:defPPr>
            <a:lvl1pPr>
              <a:defRPr sz="2625" b="1">
                <a:solidFill>
                  <a:srgbClr val="123C3B"/>
                </a:solidFill>
                <a:latin typeface="Arial"/>
                <a:ea typeface="Arial"/>
                <a:cs typeface="Arial"/>
              </a:defRPr>
            </a:lvl1pPr>
            <a:lvl2pPr>
              <a:defRPr sz="2625" b="1">
                <a:solidFill>
                  <a:srgbClr val="123C3B"/>
                </a:solidFill>
                <a:latin typeface="Arial"/>
                <a:ea typeface="Arial"/>
                <a:cs typeface="Arial"/>
              </a:defRPr>
            </a:lvl2pPr>
            <a:lvl3pPr>
              <a:defRPr sz="2625" b="1">
                <a:solidFill>
                  <a:srgbClr val="123C3B"/>
                </a:solidFill>
                <a:latin typeface="Arial"/>
                <a:ea typeface="Arial"/>
                <a:cs typeface="Arial"/>
              </a:defRPr>
            </a:lvl3pPr>
            <a:lvl4pPr>
              <a:defRPr sz="2625" b="1">
                <a:solidFill>
                  <a:srgbClr val="123C3B"/>
                </a:solidFill>
                <a:latin typeface="Arial"/>
                <a:ea typeface="Arial"/>
                <a:cs typeface="Arial"/>
              </a:defRPr>
            </a:lvl4pPr>
            <a:lvl5pPr>
              <a:defRPr sz="2625" b="1">
                <a:solidFill>
                  <a:srgbClr val="123C3B"/>
                </a:solidFill>
                <a:latin typeface="Arial"/>
                <a:ea typeface="Arial"/>
                <a:cs typeface="Arial"/>
              </a:defRPr>
            </a:lvl5pPr>
            <a:lvl6pPr>
              <a:defRPr sz="2625" b="1">
                <a:solidFill>
                  <a:srgbClr val="123C3B"/>
                </a:solidFill>
                <a:latin typeface="Arial"/>
                <a:ea typeface="Arial"/>
                <a:cs typeface="Arial"/>
              </a:defRPr>
            </a:lvl6pPr>
            <a:lvl7pPr>
              <a:defRPr sz="2625" b="1">
                <a:solidFill>
                  <a:srgbClr val="123C3B"/>
                </a:solidFill>
                <a:latin typeface="Arial"/>
                <a:ea typeface="Arial"/>
                <a:cs typeface="Arial"/>
              </a:defRPr>
            </a:lvl7pPr>
            <a:lvl8pPr>
              <a:defRPr sz="2625" b="1">
                <a:solidFill>
                  <a:srgbClr val="123C3B"/>
                </a:solidFill>
                <a:latin typeface="Arial"/>
                <a:ea typeface="Arial"/>
                <a:cs typeface="Arial"/>
              </a:defRPr>
            </a:lvl8pPr>
            <a:lvl9pPr>
              <a:defRPr sz="2625" b="1">
                <a:solidFill>
                  <a:srgbClr val="123C3B"/>
                </a:solidFill>
                <a:latin typeface="Arial"/>
                <a:ea typeface="Arial"/>
                <a:cs typeface="Arial"/>
              </a:defRPr>
            </a:lvl9pPr>
          </a:lstStyle>
          <a:p xmlns:a="http://schemas.openxmlformats.org/drawingml/2006/main">
            <a:pPr>
              <a:defRPr sz="2625" b="1">
                <a:solidFill>
                  <a:srgbClr val="123C3B"/>
                </a:solidFill>
                <a:latin typeface="Arial"/>
                <a:ea typeface="Arial"/>
                <a:cs typeface="Arial"/>
              </a:defRPr>
            </a:pPr>
            <a:r>
              <a:rPr sz="2625" b="1">
                <a:solidFill>
                  <a:srgbClr val="123C3B"/>
                </a:solidFill>
                <a:latin typeface="Arial"/>
                <a:ea typeface="Arial"/>
                <a:cs typeface="Arial"/>
              </a:rPr>
              <a:t>entire-burn-cricket-ashley.trycloudflare.com</a:t>
            </a:r>
          </a:p>
        </p:txBody>
      </p:sp>
      <p:sp>
        <p:nvSpPr>
          <p:cNvPr id="4" name="">
            <a:extLst xmlns:a="http://schemas.openxmlformats.org/drawingml/2006/main">
              <a:ext uri="{FF2B5EF4-FFF2-40B4-BE49-F238E27FC236}">
                <a16:creationId xmlns:a16="http://schemas.microsoft.com/office/drawing/2014/main" id="{CD96951F-920F-4D6B-9713-5D65EB668E65}"/>
              </a:ext>
            </a:extLst>
          </p:cNvPr>
          <p:cNvSpPr>
            <a:spLocks xmlns:a="http://schemas.openxmlformats.org/drawingml/2006/main" noGrp="1"/>
          </p:cNvSpPr>
          <p:nvPr/>
        </p:nvSpPr>
        <p:spPr>
          <a:xfrm xmlns:a="http://schemas.openxmlformats.org/drawingml/2006/main">
            <a:off x="685800" y="27241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5716A"/>
                </a:solidFill>
                <a:latin typeface="Arial"/>
                <a:ea typeface="Arial"/>
                <a:cs typeface="Arial"/>
              </a:defRPr>
            </a:defPPr>
            <a:lvl1pPr>
              <a:defRPr sz="2175" b="0">
                <a:solidFill>
                  <a:srgbClr val="55716A"/>
                </a:solidFill>
                <a:latin typeface="Arial"/>
                <a:ea typeface="Arial"/>
                <a:cs typeface="Arial"/>
              </a:defRPr>
            </a:lvl1pPr>
            <a:lvl2pPr>
              <a:defRPr sz="2175" b="0">
                <a:solidFill>
                  <a:srgbClr val="55716A"/>
                </a:solidFill>
                <a:latin typeface="Arial"/>
                <a:ea typeface="Arial"/>
                <a:cs typeface="Arial"/>
              </a:defRPr>
            </a:lvl2pPr>
            <a:lvl3pPr>
              <a:defRPr sz="2175" b="0">
                <a:solidFill>
                  <a:srgbClr val="55716A"/>
                </a:solidFill>
                <a:latin typeface="Arial"/>
                <a:ea typeface="Arial"/>
                <a:cs typeface="Arial"/>
              </a:defRPr>
            </a:lvl3pPr>
            <a:lvl4pPr>
              <a:defRPr sz="2175" b="0">
                <a:solidFill>
                  <a:srgbClr val="55716A"/>
                </a:solidFill>
                <a:latin typeface="Arial"/>
                <a:ea typeface="Arial"/>
                <a:cs typeface="Arial"/>
              </a:defRPr>
            </a:lvl4pPr>
            <a:lvl5pPr>
              <a:defRPr sz="2175" b="0">
                <a:solidFill>
                  <a:srgbClr val="55716A"/>
                </a:solidFill>
                <a:latin typeface="Arial"/>
                <a:ea typeface="Arial"/>
                <a:cs typeface="Arial"/>
              </a:defRPr>
            </a:lvl5pPr>
            <a:lvl6pPr>
              <a:defRPr sz="2175" b="0">
                <a:solidFill>
                  <a:srgbClr val="55716A"/>
                </a:solidFill>
                <a:latin typeface="Arial"/>
                <a:ea typeface="Arial"/>
                <a:cs typeface="Arial"/>
              </a:defRPr>
            </a:lvl6pPr>
            <a:lvl7pPr>
              <a:defRPr sz="2175" b="0">
                <a:solidFill>
                  <a:srgbClr val="55716A"/>
                </a:solidFill>
                <a:latin typeface="Arial"/>
                <a:ea typeface="Arial"/>
                <a:cs typeface="Arial"/>
              </a:defRPr>
            </a:lvl7pPr>
            <a:lvl8pPr>
              <a:defRPr sz="2175" b="0">
                <a:solidFill>
                  <a:srgbClr val="55716A"/>
                </a:solidFill>
                <a:latin typeface="Arial"/>
                <a:ea typeface="Arial"/>
                <a:cs typeface="Arial"/>
              </a:defRPr>
            </a:lvl8pPr>
            <a:lvl9pPr>
              <a:defRPr sz="2175" b="0">
                <a:solidFill>
                  <a:srgbClr val="55716A"/>
                </a:solidFill>
                <a:latin typeface="Arial"/>
                <a:ea typeface="Arial"/>
                <a:cs typeface="Arial"/>
              </a:defRPr>
            </a:lvl9pPr>
          </a:lstStyle>
          <a:p xmlns:a="http://schemas.openxmlformats.org/drawingml/2006/main">
            <a:pPr>
              <a:defRPr sz="2175" b="0">
                <a:solidFill>
                  <a:srgbClr val="55716A"/>
                </a:solidFill>
                <a:latin typeface="Arial"/>
                <a:ea typeface="Arial"/>
                <a:cs typeface="Arial"/>
              </a:defRPr>
            </a:pPr>
            <a:r>
              <a:rPr sz="2175" b="0">
                <a:solidFill>
                  <a:srgbClr val="55716A"/>
                </a:solidFill>
                <a:latin typeface="Arial"/>
                <a:ea typeface="Arial"/>
                <a:cs typeface="Arial"/>
              </a:rPr>
              <a:t>Временное публичное демо: нужны ПК, сервер и туннель</a:t>
            </a:r>
          </a:p>
          <a:p xmlns:a="http://schemas.openxmlformats.org/drawingml/2006/main">
            <a:pPr>
              <a:defRPr sz="2175" b="0">
                <a:solidFill>
                  <a:srgbClr val="55716A"/>
                </a:solidFill>
                <a:latin typeface="Arial"/>
                <a:ea typeface="Arial"/>
                <a:cs typeface="Arial"/>
              </a:defRPr>
            </a:pPr>
            <a:r>
              <a:rPr sz="2175" b="0">
                <a:solidFill>
                  <a:srgbClr val="55716A"/>
                </a:solidFill>
                <a:latin typeface="Arial"/>
                <a:ea typeface="Arial"/>
                <a:cs typeface="Arial"/>
              </a:rPr>
              <a:t>Постоянный адрес владельца: ltybcs.com/demo — план</a:t>
            </a:r>
          </a:p>
        </p:txBody>
      </p:sp>
      <p:sp>
        <p:nvSpPr>
          <p:cNvPr id="5" name="">
            <a:extLst xmlns:a="http://schemas.openxmlformats.org/drawingml/2006/main">
              <a:ext uri="{FF2B5EF4-FFF2-40B4-BE49-F238E27FC236}">
                <a16:creationId xmlns:a16="http://schemas.microsoft.com/office/drawing/2014/main" id="{A9F4DBA5-C10F-4237-AC14-52884729D0D7}"/>
              </a:ext>
            </a:extLst>
          </p:cNvPr>
          <p:cNvSpPr>
            <a:spLocks xmlns:a="http://schemas.openxmlformats.org/drawingml/2006/main" noGrp="1"/>
          </p:cNvSpPr>
          <p:nvPr/>
        </p:nvSpPr>
        <p:spPr>
          <a:xfrm xmlns:a="http://schemas.openxmlformats.org/drawingml/2006/main">
            <a:off x="685800" y="4343400"/>
            <a:ext cx="108204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625" b="1">
                <a:solidFill>
                  <a:srgbClr val="123C3B"/>
                </a:solidFill>
                <a:latin typeface="Arial"/>
                <a:ea typeface="Arial"/>
                <a:cs typeface="Arial"/>
              </a:defRPr>
            </a:defPPr>
            <a:lvl1pPr>
              <a:defRPr sz="2625" b="1">
                <a:solidFill>
                  <a:srgbClr val="123C3B"/>
                </a:solidFill>
                <a:latin typeface="Arial"/>
                <a:ea typeface="Arial"/>
                <a:cs typeface="Arial"/>
              </a:defRPr>
            </a:lvl1pPr>
            <a:lvl2pPr>
              <a:defRPr sz="2625" b="1">
                <a:solidFill>
                  <a:srgbClr val="123C3B"/>
                </a:solidFill>
                <a:latin typeface="Arial"/>
                <a:ea typeface="Arial"/>
                <a:cs typeface="Arial"/>
              </a:defRPr>
            </a:lvl2pPr>
            <a:lvl3pPr>
              <a:defRPr sz="2625" b="1">
                <a:solidFill>
                  <a:srgbClr val="123C3B"/>
                </a:solidFill>
                <a:latin typeface="Arial"/>
                <a:ea typeface="Arial"/>
                <a:cs typeface="Arial"/>
              </a:defRPr>
            </a:lvl3pPr>
            <a:lvl4pPr>
              <a:defRPr sz="2625" b="1">
                <a:solidFill>
                  <a:srgbClr val="123C3B"/>
                </a:solidFill>
                <a:latin typeface="Arial"/>
                <a:ea typeface="Arial"/>
                <a:cs typeface="Arial"/>
              </a:defRPr>
            </a:lvl4pPr>
            <a:lvl5pPr>
              <a:defRPr sz="2625" b="1">
                <a:solidFill>
                  <a:srgbClr val="123C3B"/>
                </a:solidFill>
                <a:latin typeface="Arial"/>
                <a:ea typeface="Arial"/>
                <a:cs typeface="Arial"/>
              </a:defRPr>
            </a:lvl5pPr>
            <a:lvl6pPr>
              <a:defRPr sz="2625" b="1">
                <a:solidFill>
                  <a:srgbClr val="123C3B"/>
                </a:solidFill>
                <a:latin typeface="Arial"/>
                <a:ea typeface="Arial"/>
                <a:cs typeface="Arial"/>
              </a:defRPr>
            </a:lvl6pPr>
            <a:lvl7pPr>
              <a:defRPr sz="2625" b="1">
                <a:solidFill>
                  <a:srgbClr val="123C3B"/>
                </a:solidFill>
                <a:latin typeface="Arial"/>
                <a:ea typeface="Arial"/>
                <a:cs typeface="Arial"/>
              </a:defRPr>
            </a:lvl7pPr>
            <a:lvl8pPr>
              <a:defRPr sz="2625" b="1">
                <a:solidFill>
                  <a:srgbClr val="123C3B"/>
                </a:solidFill>
                <a:latin typeface="Arial"/>
                <a:ea typeface="Arial"/>
                <a:cs typeface="Arial"/>
              </a:defRPr>
            </a:lvl8pPr>
            <a:lvl9pPr>
              <a:defRPr sz="2625" b="1">
                <a:solidFill>
                  <a:srgbClr val="123C3B"/>
                </a:solidFill>
                <a:latin typeface="Arial"/>
                <a:ea typeface="Arial"/>
                <a:cs typeface="Arial"/>
              </a:defRPr>
            </a:lvl9pPr>
          </a:lstStyle>
          <a:p xmlns:a="http://schemas.openxmlformats.org/drawingml/2006/main">
            <a:pPr>
              <a:defRPr sz="2625" b="1">
                <a:solidFill>
                  <a:srgbClr val="123C3B"/>
                </a:solidFill>
                <a:latin typeface="Arial"/>
                <a:ea typeface="Arial"/>
                <a:cs typeface="Arial"/>
              </a:defRPr>
            </a:pPr>
            <a:r>
              <a:rPr sz="2625" b="1">
                <a:solidFill>
                  <a:srgbClr val="123C3B"/>
                </a:solidFill>
                <a:latin typeface="Arial"/>
                <a:ea typeface="Arial"/>
                <a:cs typeface="Arial"/>
              </a:rPr>
              <a:t>PDF + редактируемый PPTX + речь на 6:20</a:t>
            </a:r>
          </a:p>
          <a:p xmlns:a="http://schemas.openxmlformats.org/drawingml/2006/main">
            <a:pPr>
              <a:defRPr sz="2625" b="1">
                <a:solidFill>
                  <a:srgbClr val="123C3B"/>
                </a:solidFill>
                <a:latin typeface="Arial"/>
                <a:ea typeface="Arial"/>
                <a:cs typeface="Arial"/>
              </a:defRPr>
            </a:pPr>
            <a:r>
              <a:rPr sz="2625" b="1">
                <a:solidFill>
                  <a:srgbClr val="123C3B"/>
                </a:solidFill>
                <a:latin typeface="Arial"/>
                <a:ea typeface="Arial"/>
                <a:cs typeface="Arial"/>
              </a:rPr>
              <a:t>YouTube: пользователь загрузит позже</a:t>
            </a:r>
          </a:p>
        </p:txBody>
      </p:sp>
      <p:sp>
        <p:nvSpPr>
          <p:cNvPr id="6" name="">
            <a:extLst xmlns:a="http://schemas.openxmlformats.org/drawingml/2006/main">
              <a:ext uri="{FF2B5EF4-FFF2-40B4-BE49-F238E27FC236}">
                <a16:creationId xmlns:a16="http://schemas.microsoft.com/office/drawing/2014/main" id="{32D062BE-EED4-4C4E-AE2D-4A009CC7A243}"/>
              </a:ext>
            </a:extLst>
          </p:cNvPr>
          <p:cNvSpPr>
            <a:spLocks xmlns:a="http://schemas.openxmlformats.org/drawingml/2006/main" noGrp="1"/>
          </p:cNvSpPr>
          <p:nvPr/>
        </p:nvSpPr>
        <p:spPr>
          <a:xfrm xmlns:a="http://schemas.openxmlformats.org/drawingml/2006/main">
            <a:off x="685800" y="6057900"/>
            <a:ext cx="10191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425" b="0">
                <a:solidFill>
                  <a:srgbClr val="55716A"/>
                </a:solidFill>
                <a:latin typeface="Arial"/>
                <a:ea typeface="Arial"/>
                <a:cs typeface="Arial"/>
              </a:defRPr>
            </a:defPPr>
            <a:lvl1pPr>
              <a:defRPr sz="1425" b="0">
                <a:solidFill>
                  <a:srgbClr val="55716A"/>
                </a:solidFill>
                <a:latin typeface="Arial"/>
                <a:ea typeface="Arial"/>
                <a:cs typeface="Arial"/>
              </a:defRPr>
            </a:lvl1pPr>
            <a:lvl2pPr>
              <a:defRPr sz="1425" b="0">
                <a:solidFill>
                  <a:srgbClr val="55716A"/>
                </a:solidFill>
                <a:latin typeface="Arial"/>
                <a:ea typeface="Arial"/>
                <a:cs typeface="Arial"/>
              </a:defRPr>
            </a:lvl2pPr>
            <a:lvl3pPr>
              <a:defRPr sz="1425" b="0">
                <a:solidFill>
                  <a:srgbClr val="55716A"/>
                </a:solidFill>
                <a:latin typeface="Arial"/>
                <a:ea typeface="Arial"/>
                <a:cs typeface="Arial"/>
              </a:defRPr>
            </a:lvl3pPr>
            <a:lvl4pPr>
              <a:defRPr sz="1425" b="0">
                <a:solidFill>
                  <a:srgbClr val="55716A"/>
                </a:solidFill>
                <a:latin typeface="Arial"/>
                <a:ea typeface="Arial"/>
                <a:cs typeface="Arial"/>
              </a:defRPr>
            </a:lvl4pPr>
            <a:lvl5pPr>
              <a:defRPr sz="1425" b="0">
                <a:solidFill>
                  <a:srgbClr val="55716A"/>
                </a:solidFill>
                <a:latin typeface="Arial"/>
                <a:ea typeface="Arial"/>
                <a:cs typeface="Arial"/>
              </a:defRPr>
            </a:lvl5pPr>
            <a:lvl6pPr>
              <a:defRPr sz="1425" b="0">
                <a:solidFill>
                  <a:srgbClr val="55716A"/>
                </a:solidFill>
                <a:latin typeface="Arial"/>
                <a:ea typeface="Arial"/>
                <a:cs typeface="Arial"/>
              </a:defRPr>
            </a:lvl6pPr>
            <a:lvl7pPr>
              <a:defRPr sz="1425" b="0">
                <a:solidFill>
                  <a:srgbClr val="55716A"/>
                </a:solidFill>
                <a:latin typeface="Arial"/>
                <a:ea typeface="Arial"/>
                <a:cs typeface="Arial"/>
              </a:defRPr>
            </a:lvl7pPr>
            <a:lvl8pPr>
              <a:defRPr sz="1425" b="0">
                <a:solidFill>
                  <a:srgbClr val="55716A"/>
                </a:solidFill>
                <a:latin typeface="Arial"/>
                <a:ea typeface="Arial"/>
                <a:cs typeface="Arial"/>
              </a:defRPr>
            </a:lvl8pPr>
            <a:lvl9pPr>
              <a:defRPr sz="1425" b="0">
                <a:solidFill>
                  <a:srgbClr val="55716A"/>
                </a:solidFill>
                <a:latin typeface="Arial"/>
                <a:ea typeface="Arial"/>
                <a:cs typeface="Arial"/>
              </a:defRPr>
            </a:lvl9pPr>
          </a:lstStyle>
          <a:p xmlns:a="http://schemas.openxmlformats.org/drawingml/2006/main">
            <a:pPr>
              <a:defRPr sz="1425" b="0">
                <a:solidFill>
                  <a:srgbClr val="55716A"/>
                </a:solidFill>
                <a:latin typeface="Arial"/>
                <a:ea typeface="Arial"/>
                <a:cs typeface="Arial"/>
              </a:defRPr>
            </a:pPr>
            <a:r>
              <a:rPr sz="1425" b="0">
                <a:solidFill>
                  <a:srgbClr val="55716A"/>
                </a:solidFill>
                <a:latin typeface="Arial"/>
                <a:ea typeface="Arial"/>
                <a:cs typeface="Arial"/>
              </a:rPr>
              <a:t>Пределы: неполные POI, CPU-задержки, квоты Google 500 и 2ГИС 500 / 30 дней. Старое видео — историческое.</a:t>
            </a:r>
          </a:p>
        </p:txBody>
      </p:sp>
    </p:spTree>
    <p:extLst>
      <p:ext uri="{BB962C8B-B14F-4D97-AF65-F5344CB8AC3E}">
        <p14:creationId xmlns:p14="http://schemas.microsoft.com/office/powerpoint/2010/main" val="7190786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2026-10-20T18:19:36.4780000Z</dcterms:created>
  <dcterms:modified xsi:type="dcterms:W3CDTF">2026-10-20T18:19:36.4780000Z</dcterms:modified>
</coreProperties>
</file>